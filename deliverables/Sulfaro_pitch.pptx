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4"/>
  </p:sldMasterIdLst>
  <p:notesMasterIdLst>
    <p:notesMasterId r:id="rId29"/>
  </p:notesMasterIdLst>
  <p:sldIdLst>
    <p:sldId id="276" r:id="rId5"/>
    <p:sldId id="307" r:id="rId6"/>
    <p:sldId id="285" r:id="rId7"/>
    <p:sldId id="287" r:id="rId8"/>
    <p:sldId id="286" r:id="rId9"/>
    <p:sldId id="290" r:id="rId10"/>
    <p:sldId id="291" r:id="rId11"/>
    <p:sldId id="289" r:id="rId12"/>
    <p:sldId id="292" r:id="rId13"/>
    <p:sldId id="293" r:id="rId14"/>
    <p:sldId id="305" r:id="rId15"/>
    <p:sldId id="312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8" r:id="rId24"/>
    <p:sldId id="309" r:id="rId25"/>
    <p:sldId id="310" r:id="rId26"/>
    <p:sldId id="311" r:id="rId27"/>
    <p:sldId id="306" r:id="rId28"/>
  </p:sldIdLst>
  <p:sldSz cx="12192000" cy="6858000"/>
  <p:notesSz cx="6858000" cy="9144000"/>
  <p:embeddedFontLst>
    <p:embeddedFont>
      <p:font typeface="Cambria Math" panose="02040503050406030204" pitchFamily="18" charset="0"/>
      <p:regular r:id="rId30"/>
    </p:embeddedFont>
    <p:embeddedFont>
      <p:font typeface="Garamond" panose="02020404030301010803" pitchFamily="18" charset="0"/>
      <p:regular r:id="rId31"/>
      <p:bold r:id="rId32"/>
      <p:italic r:id="rId33"/>
    </p:embeddedFont>
    <p:embeddedFont>
      <p:font typeface="Ubuntu Sans" pitchFamily="2" charset="0"/>
      <p:regular r:id="rId34"/>
      <p:bold r:id="rId35"/>
      <p:italic r:id="rId36"/>
      <p:boldItalic r:id="rId37"/>
    </p:embeddedFont>
    <p:embeddedFont>
      <p:font typeface="Ubuntu Sans" pitchFamily="2" charset="0"/>
      <p:regular r:id="rId34"/>
      <p:bold r:id="rId35"/>
      <p:italic r:id="rId36"/>
      <p:boldItalic r:id="rId37"/>
    </p:embeddedFont>
    <p:embeddedFont>
      <p:font typeface="Ubuntu Sans Light" pitchFamily="2" charset="0"/>
      <p:regular r:id="rId38"/>
      <p:italic r:id="rId39"/>
    </p:embeddedFont>
    <p:embeddedFont>
      <p:font typeface="Ubuntu Sans Medium" pitchFamily="2" charset="0"/>
      <p:regular r:id="rId40"/>
      <p:italic r:id="rId41"/>
    </p:embeddedFont>
    <p:embeddedFont>
      <p:font typeface="Ubuntu Sans Mono" panose="020B0309030602030204" pitchFamily="49" charset="0"/>
      <p:regular r:id="rId42"/>
      <p:bold r:id="rId43"/>
      <p:italic r:id="rId44"/>
      <p:boldItalic r:id="rId45"/>
    </p:embeddedFont>
    <p:embeddedFont>
      <p:font typeface="Ubuntu Sans Mono Medium" panose="020B0309030602030204" pitchFamily="49" charset="0"/>
      <p:regular r:id="rId46"/>
      <p:italic r:id="rId47"/>
    </p:embeddedFont>
    <p:embeddedFont>
      <p:font typeface="Ubuntu Sans Mono SemiBold" panose="020B0309030602030204" pitchFamily="49" charset="0"/>
      <p:bold r:id="rId48"/>
      <p:boldItalic r:id="rId49"/>
    </p:embeddedFont>
    <p:embeddedFont>
      <p:font typeface="Ubuntu Sans SemiBold" pitchFamily="2" charset="0"/>
      <p:bold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ground" id="{912C4929-8C64-4FF7-806B-2778074F0D60}">
          <p14:sldIdLst>
            <p14:sldId id="276"/>
            <p14:sldId id="307"/>
            <p14:sldId id="285"/>
            <p14:sldId id="287"/>
            <p14:sldId id="286"/>
            <p14:sldId id="290"/>
            <p14:sldId id="291"/>
            <p14:sldId id="289"/>
            <p14:sldId id="292"/>
          </p14:sldIdLst>
        </p14:section>
        <p14:section name="Architettura" id="{08FA57CC-4A6C-45A7-AACA-BADB4129DC0E}">
          <p14:sldIdLst>
            <p14:sldId id="293"/>
            <p14:sldId id="305"/>
            <p14:sldId id="312"/>
            <p14:sldId id="295"/>
          </p14:sldIdLst>
        </p14:section>
        <p14:section name="Esperimenti e risultati" id="{880AD887-7564-49DB-BDF6-72C6B1D3698D}">
          <p14:sldIdLst>
            <p14:sldId id="296"/>
            <p14:sldId id="297"/>
            <p14:sldId id="298"/>
            <p14:sldId id="299"/>
            <p14:sldId id="300"/>
            <p14:sldId id="301"/>
            <p14:sldId id="308"/>
            <p14:sldId id="309"/>
            <p14:sldId id="310"/>
            <p14:sldId id="311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C6EE"/>
    <a:srgbClr val="CEEDFF"/>
    <a:srgbClr val="538DDE"/>
    <a:srgbClr val="DDE8F8"/>
    <a:srgbClr val="F2F2F2"/>
    <a:srgbClr val="595959"/>
    <a:srgbClr val="BFBFBF"/>
    <a:srgbClr val="0B203B"/>
    <a:srgbClr val="071527"/>
    <a:srgbClr val="007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4E1AF-C15E-422D-8118-5D2F6EEF9BBE}" v="22" dt="2026-07-20T11:15:57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4" autoAdjust="0"/>
    <p:restoredTop sz="69804" autoAdjust="0"/>
  </p:normalViewPr>
  <p:slideViewPr>
    <p:cSldViewPr snapToGrid="0">
      <p:cViewPr>
        <p:scale>
          <a:sx n="66" d="100"/>
          <a:sy n="66" d="100"/>
        </p:scale>
        <p:origin x="701" y="-187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-1808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312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font" Target="fonts/font21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2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6.xml"/><Relationship Id="rId41" Type="http://schemas.openxmlformats.org/officeDocument/2006/relationships/font" Target="fonts/font12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49" Type="http://schemas.openxmlformats.org/officeDocument/2006/relationships/font" Target="fonts/font20.fntdata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Sulfaro" userId="3349b1de-6c87-491d-80c8-cd0051b6cb0d" providerId="ADAL" clId="{4E1F1241-58AC-4486-8328-D81B9BDA2115}"/>
    <pc:docChg chg="undo redo custSel addSld modSld modSection">
      <pc:chgData name="Antonio Sulfaro" userId="3349b1de-6c87-491d-80c8-cd0051b6cb0d" providerId="ADAL" clId="{4E1F1241-58AC-4486-8328-D81B9BDA2115}" dt="2026-07-20T12:14:21.988" v="6387" actId="113"/>
      <pc:docMkLst>
        <pc:docMk/>
      </pc:docMkLst>
      <pc:sldChg chg="modSp mod">
        <pc:chgData name="Antonio Sulfaro" userId="3349b1de-6c87-491d-80c8-cd0051b6cb0d" providerId="ADAL" clId="{4E1F1241-58AC-4486-8328-D81B9BDA2115}" dt="2026-07-13T13:07:56.492" v="3144" actId="14430"/>
        <pc:sldMkLst>
          <pc:docMk/>
          <pc:sldMk cId="2145981141" sldId="276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2" creationId="{A3920820-7BD6-6C61-FB44-3DBBD38E5E0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4" creationId="{7AF28C3D-54A7-E5E9-E983-26A5C37A6C5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8" creationId="{1DBA80F5-801C-302F-FF34-A8E575D0F89E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9" creationId="{7D07F50D-3B2D-F1C7-229C-C57C641072E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10" creationId="{E06E2FA9-DDA0-08DB-CBEF-A34824199CD1}"/>
          </ac:spMkLst>
        </pc:spChg>
        <pc:spChg chg="mod">
          <ac:chgData name="Antonio Sulfaro" userId="3349b1de-6c87-491d-80c8-cd0051b6cb0d" providerId="ADAL" clId="{4E1F1241-58AC-4486-8328-D81B9BDA2115}" dt="2026-07-13T11:57:19.374" v="547" actId="6549"/>
          <ac:spMkLst>
            <pc:docMk/>
            <pc:sldMk cId="2145981141" sldId="276"/>
            <ac:spMk id="11" creationId="{63F6A6D4-93DB-2D48-877F-2B8298F8A7D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12" creationId="{9C0DEC5F-BF06-462E-1DDF-91C92BF5C5C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13" creationId="{664C4004-138C-4621-B605-3E68DBEF25D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45981141" sldId="276"/>
            <ac:spMk id="14" creationId="{5F649115-E00F-9CA2-1378-E532A268226F}"/>
          </ac:spMkLst>
        </pc:spChg>
        <pc:spChg chg="mod modVis">
          <ac:chgData name="Antonio Sulfaro" userId="3349b1de-6c87-491d-80c8-cd0051b6cb0d" providerId="ADAL" clId="{4E1F1241-58AC-4486-8328-D81B9BDA2115}" dt="2026-07-13T13:07:56.492" v="3144" actId="14430"/>
          <ac:spMkLst>
            <pc:docMk/>
            <pc:sldMk cId="2145981141" sldId="276"/>
            <ac:spMk id="17" creationId="{653AB512-4446-AF9E-F87B-CA1F7819A868}"/>
          </ac:spMkLst>
        </pc:spChg>
      </pc:sldChg>
      <pc:sldChg chg="addSp modSp mod modShow">
        <pc:chgData name="Antonio Sulfaro" userId="3349b1de-6c87-491d-80c8-cd0051b6cb0d" providerId="ADAL" clId="{4E1F1241-58AC-4486-8328-D81B9BDA2115}" dt="2026-07-18T13:34:39.765" v="6096" actId="20577"/>
        <pc:sldMkLst>
          <pc:docMk/>
          <pc:sldMk cId="4180210340" sldId="285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180210340" sldId="285"/>
            <ac:spMk id="2" creationId="{C13076EE-DFBA-CB5C-107A-BE68656A3972}"/>
          </ac:spMkLst>
        </pc:spChg>
        <pc:spChg chg="add mod">
          <ac:chgData name="Antonio Sulfaro" userId="3349b1de-6c87-491d-80c8-cd0051b6cb0d" providerId="ADAL" clId="{4E1F1241-58AC-4486-8328-D81B9BDA2115}" dt="2026-07-13T11:44:56.565" v="165" actId="20577"/>
          <ac:spMkLst>
            <pc:docMk/>
            <pc:sldMk cId="4180210340" sldId="285"/>
            <ac:spMk id="4" creationId="{9ADA38CA-B0ED-DCCD-5AA0-148FBA825F8B}"/>
          </ac:spMkLst>
        </pc:spChg>
        <pc:spChg chg="mod">
          <ac:chgData name="Antonio Sulfaro" userId="3349b1de-6c87-491d-80c8-cd0051b6cb0d" providerId="ADAL" clId="{4E1F1241-58AC-4486-8328-D81B9BDA2115}" dt="2026-07-13T11:44:26.539" v="98" actId="20577"/>
          <ac:spMkLst>
            <pc:docMk/>
            <pc:sldMk cId="4180210340" sldId="285"/>
            <ac:spMk id="7" creationId="{596B67B8-CBCB-812E-4AB7-B08FA2AA62E5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180210340" sldId="285"/>
            <ac:spMk id="8" creationId="{296C2F5E-FC88-F578-8291-F763ADC39691}"/>
          </ac:spMkLst>
        </pc:spChg>
        <pc:spChg chg="mod">
          <ac:chgData name="Antonio Sulfaro" userId="3349b1de-6c87-491d-80c8-cd0051b6cb0d" providerId="ADAL" clId="{4E1F1241-58AC-4486-8328-D81B9BDA2115}" dt="2026-07-13T11:56:31.552" v="509" actId="20577"/>
          <ac:spMkLst>
            <pc:docMk/>
            <pc:sldMk cId="4180210340" sldId="285"/>
            <ac:spMk id="15" creationId="{A19C985C-0EF7-11A8-E76B-1BC389B663D0}"/>
          </ac:spMkLst>
        </pc:spChg>
        <pc:spChg chg="mod">
          <ac:chgData name="Antonio Sulfaro" userId="3349b1de-6c87-491d-80c8-cd0051b6cb0d" providerId="ADAL" clId="{4E1F1241-58AC-4486-8328-D81B9BDA2115}" dt="2026-07-18T13:34:39.765" v="6096" actId="20577"/>
          <ac:spMkLst>
            <pc:docMk/>
            <pc:sldMk cId="4180210340" sldId="285"/>
            <ac:spMk id="17" creationId="{60C6252D-1FBA-12AB-E654-25DA1AEC6F41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180210340" sldId="285"/>
            <ac:spMk id="19" creationId="{AFD6F2E8-DEDA-DE21-4738-82E7CCD0B40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180210340" sldId="285"/>
            <ac:spMk id="23" creationId="{6813F328-ED9F-0FCF-AFD2-3749A939C8D9}"/>
          </ac:spMkLst>
        </pc:spChg>
        <pc:spChg chg="mod">
          <ac:chgData name="Antonio Sulfaro" userId="3349b1de-6c87-491d-80c8-cd0051b6cb0d" providerId="ADAL" clId="{4E1F1241-58AC-4486-8328-D81B9BDA2115}" dt="2026-07-13T12:28:32.991" v="1846" actId="20577"/>
          <ac:spMkLst>
            <pc:docMk/>
            <pc:sldMk cId="4180210340" sldId="285"/>
            <ac:spMk id="25" creationId="{724DBA90-781C-36D3-C897-B3DD2517BE53}"/>
          </ac:spMkLst>
        </pc:spChg>
        <pc:spChg chg="mod">
          <ac:chgData name="Antonio Sulfaro" userId="3349b1de-6c87-491d-80c8-cd0051b6cb0d" providerId="ADAL" clId="{4E1F1241-58AC-4486-8328-D81B9BDA2115}" dt="2026-07-13T12:13:04.041" v="1266" actId="20577"/>
          <ac:spMkLst>
            <pc:docMk/>
            <pc:sldMk cId="4180210340" sldId="285"/>
            <ac:spMk id="26" creationId="{DAC1A04F-72A1-42C9-000C-8C3191CBB2B5}"/>
          </ac:spMkLst>
        </pc:spChg>
      </pc:sldChg>
      <pc:sldChg chg="modSp mod">
        <pc:chgData name="Antonio Sulfaro" userId="3349b1de-6c87-491d-80c8-cd0051b6cb0d" providerId="ADAL" clId="{4E1F1241-58AC-4486-8328-D81B9BDA2115}" dt="2026-07-14T09:06:27.264" v="3241" actId="207"/>
        <pc:sldMkLst>
          <pc:docMk/>
          <pc:sldMk cId="2938619699" sldId="286"/>
        </pc:sldMkLst>
        <pc:spChg chg="mod">
          <ac:chgData name="Antonio Sulfaro" userId="3349b1de-6c87-491d-80c8-cd0051b6cb0d" providerId="ADAL" clId="{4E1F1241-58AC-4486-8328-D81B9BDA2115}" dt="2026-07-13T11:56:53.096" v="528"/>
          <ac:spMkLst>
            <pc:docMk/>
            <pc:sldMk cId="2938619699" sldId="286"/>
            <ac:spMk id="11" creationId="{5BB5DF68-90A1-7634-4B72-5F9FAAD019D6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938619699" sldId="286"/>
            <ac:spMk id="15" creationId="{4AA5D6D8-79E2-B15A-C085-A674B101A61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938619699" sldId="286"/>
            <ac:spMk id="46" creationId="{380AE7F6-4836-32A7-DE53-4D21382E413B}"/>
          </ac:spMkLst>
        </pc:spChg>
        <pc:spChg chg="mod">
          <ac:chgData name="Antonio Sulfaro" userId="3349b1de-6c87-491d-80c8-cd0051b6cb0d" providerId="ADAL" clId="{4E1F1241-58AC-4486-8328-D81B9BDA2115}" dt="2026-07-13T12:03:50.219" v="785"/>
          <ac:spMkLst>
            <pc:docMk/>
            <pc:sldMk cId="2938619699" sldId="286"/>
            <ac:spMk id="48" creationId="{700854AC-32CF-900D-964C-2A341CDB159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938619699" sldId="286"/>
            <ac:spMk id="51" creationId="{844F8926-7D6F-FCEB-ECBC-9BEA09AE9016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938619699" sldId="286"/>
            <ac:spMk id="56" creationId="{70F2593F-8B32-F131-837C-EEF75A3E5296}"/>
          </ac:spMkLst>
        </pc:spChg>
        <pc:spChg chg="mod">
          <ac:chgData name="Antonio Sulfaro" userId="3349b1de-6c87-491d-80c8-cd0051b6cb0d" providerId="ADAL" clId="{4E1F1241-58AC-4486-8328-D81B9BDA2115}" dt="2026-07-13T12:04:59.155" v="861" actId="20577"/>
          <ac:spMkLst>
            <pc:docMk/>
            <pc:sldMk cId="2938619699" sldId="286"/>
            <ac:spMk id="62" creationId="{91F49735-684B-1669-0B6F-EA0CE998D354}"/>
          </ac:spMkLst>
        </pc:spChg>
        <pc:spChg chg="mod">
          <ac:chgData name="Antonio Sulfaro" userId="3349b1de-6c87-491d-80c8-cd0051b6cb0d" providerId="ADAL" clId="{4E1F1241-58AC-4486-8328-D81B9BDA2115}" dt="2026-07-13T12:05:02.776" v="864" actId="20577"/>
          <ac:spMkLst>
            <pc:docMk/>
            <pc:sldMk cId="2938619699" sldId="286"/>
            <ac:spMk id="67" creationId="{ED919F9E-CBA8-E4D6-AA9B-3467423F8BC8}"/>
          </ac:spMkLst>
        </pc:spChg>
        <pc:spChg chg="mod">
          <ac:chgData name="Antonio Sulfaro" userId="3349b1de-6c87-491d-80c8-cd0051b6cb0d" providerId="ADAL" clId="{4E1F1241-58AC-4486-8328-D81B9BDA2115}" dt="2026-07-13T12:05:05.718" v="867" actId="20577"/>
          <ac:spMkLst>
            <pc:docMk/>
            <pc:sldMk cId="2938619699" sldId="286"/>
            <ac:spMk id="68" creationId="{996694DD-37A3-ACB8-86E4-F6FDAB321002}"/>
          </ac:spMkLst>
        </pc:spChg>
        <pc:spChg chg="mod">
          <ac:chgData name="Antonio Sulfaro" userId="3349b1de-6c87-491d-80c8-cd0051b6cb0d" providerId="ADAL" clId="{4E1F1241-58AC-4486-8328-D81B9BDA2115}" dt="2026-07-13T12:03:50.219" v="785"/>
          <ac:spMkLst>
            <pc:docMk/>
            <pc:sldMk cId="2938619699" sldId="286"/>
            <ac:spMk id="70" creationId="{79CC637E-DBE1-EA2F-A50E-E2341B9268F2}"/>
          </ac:spMkLst>
        </pc:spChg>
        <pc:spChg chg="mod">
          <ac:chgData name="Antonio Sulfaro" userId="3349b1de-6c87-491d-80c8-cd0051b6cb0d" providerId="ADAL" clId="{4E1F1241-58AC-4486-8328-D81B9BDA2115}" dt="2026-07-13T12:04:21.916" v="789" actId="20577"/>
          <ac:spMkLst>
            <pc:docMk/>
            <pc:sldMk cId="2938619699" sldId="286"/>
            <ac:spMk id="74" creationId="{128A2035-1D6E-E48B-F932-AC8569D40766}"/>
          </ac:spMkLst>
        </pc:spChg>
        <pc:spChg chg="mod">
          <ac:chgData name="Antonio Sulfaro" userId="3349b1de-6c87-491d-80c8-cd0051b6cb0d" providerId="ADAL" clId="{4E1F1241-58AC-4486-8328-D81B9BDA2115}" dt="2026-07-13T11:48:01.490" v="301" actId="20577"/>
          <ac:spMkLst>
            <pc:docMk/>
            <pc:sldMk cId="2938619699" sldId="286"/>
            <ac:spMk id="78" creationId="{EB8535A7-34AF-E659-0B0E-44527EA8FB9C}"/>
          </ac:spMkLst>
        </pc:spChg>
        <pc:spChg chg="mod">
          <ac:chgData name="Antonio Sulfaro" userId="3349b1de-6c87-491d-80c8-cd0051b6cb0d" providerId="ADAL" clId="{4E1F1241-58AC-4486-8328-D81B9BDA2115}" dt="2026-07-13T12:04:36.600" v="823" actId="20577"/>
          <ac:spMkLst>
            <pc:docMk/>
            <pc:sldMk cId="2938619699" sldId="286"/>
            <ac:spMk id="79" creationId="{9E9BE90F-5595-A79D-D9BB-DBC08060B701}"/>
          </ac:spMkLst>
        </pc:spChg>
        <pc:spChg chg="mod">
          <ac:chgData name="Antonio Sulfaro" userId="3349b1de-6c87-491d-80c8-cd0051b6cb0d" providerId="ADAL" clId="{4E1F1241-58AC-4486-8328-D81B9BDA2115}" dt="2026-07-13T11:48:43.406" v="320" actId="20577"/>
          <ac:spMkLst>
            <pc:docMk/>
            <pc:sldMk cId="2938619699" sldId="286"/>
            <ac:spMk id="82" creationId="{C47D6F2F-8C58-BBA9-75FF-9784831CBEA3}"/>
          </ac:spMkLst>
        </pc:spChg>
        <pc:spChg chg="mod">
          <ac:chgData name="Antonio Sulfaro" userId="3349b1de-6c87-491d-80c8-cd0051b6cb0d" providerId="ADAL" clId="{4E1F1241-58AC-4486-8328-D81B9BDA2115}" dt="2026-07-13T12:04:54.369" v="858" actId="20577"/>
          <ac:spMkLst>
            <pc:docMk/>
            <pc:sldMk cId="2938619699" sldId="286"/>
            <ac:spMk id="83" creationId="{B445C55F-3910-9686-4A65-7ADCFB8FBC9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938619699" sldId="286"/>
            <ac:spMk id="85" creationId="{B66259EC-C8EF-8408-CA82-282BB7103268}"/>
          </ac:spMkLst>
        </pc:spChg>
        <pc:spChg chg="mod">
          <ac:chgData name="Antonio Sulfaro" userId="3349b1de-6c87-491d-80c8-cd0051b6cb0d" providerId="ADAL" clId="{4E1F1241-58AC-4486-8328-D81B9BDA2115}" dt="2026-07-14T09:06:27.264" v="3241" actId="207"/>
          <ac:spMkLst>
            <pc:docMk/>
            <pc:sldMk cId="2938619699" sldId="286"/>
            <ac:spMk id="89" creationId="{97C17B32-FBB7-B782-A181-9C47331230AD}"/>
          </ac:spMkLst>
        </pc:spChg>
        <pc:grpChg chg="mod">
          <ac:chgData name="Antonio Sulfaro" userId="3349b1de-6c87-491d-80c8-cd0051b6cb0d" providerId="ADAL" clId="{4E1F1241-58AC-4486-8328-D81B9BDA2115}" dt="2026-07-13T12:03:50.219" v="785"/>
          <ac:grpSpMkLst>
            <pc:docMk/>
            <pc:sldMk cId="2938619699" sldId="286"/>
            <ac:grpSpMk id="75" creationId="{042631BA-5677-389A-F1F6-CE8A1F4815DB}"/>
          </ac:grpSpMkLst>
        </pc:grpChg>
        <pc:grpChg chg="mod">
          <ac:chgData name="Antonio Sulfaro" userId="3349b1de-6c87-491d-80c8-cd0051b6cb0d" providerId="ADAL" clId="{4E1F1241-58AC-4486-8328-D81B9BDA2115}" dt="2026-07-13T12:03:50.219" v="785"/>
          <ac:grpSpMkLst>
            <pc:docMk/>
            <pc:sldMk cId="2938619699" sldId="286"/>
            <ac:grpSpMk id="91" creationId="{0D2FE7AD-F3DC-F15C-5C56-4AC2EA310A21}"/>
          </ac:grpSpMkLst>
        </pc:grpChg>
      </pc:sldChg>
      <pc:sldChg chg="modSp mod modAnim modNotesTx">
        <pc:chgData name="Antonio Sulfaro" userId="3349b1de-6c87-491d-80c8-cd0051b6cb0d" providerId="ADAL" clId="{4E1F1241-58AC-4486-8328-D81B9BDA2115}" dt="2026-07-20T12:14:21.988" v="6387" actId="113"/>
        <pc:sldMkLst>
          <pc:docMk/>
          <pc:sldMk cId="1009640499" sldId="287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09640499" sldId="287"/>
            <ac:spMk id="2" creationId="{8C3607DB-AB0A-07EF-E719-1C50D775A206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09640499" sldId="287"/>
            <ac:spMk id="3" creationId="{BC1AC90C-AE4D-0569-A9DE-3E15A21D05A7}"/>
          </ac:spMkLst>
        </pc:spChg>
        <pc:spChg chg="mod modVis">
          <ac:chgData name="Antonio Sulfaro" userId="3349b1de-6c87-491d-80c8-cd0051b6cb0d" providerId="ADAL" clId="{4E1F1241-58AC-4486-8328-D81B9BDA2115}" dt="2026-07-16T14:33:57.893" v="3396" actId="14429"/>
          <ac:spMkLst>
            <pc:docMk/>
            <pc:sldMk cId="1009640499" sldId="287"/>
            <ac:spMk id="10" creationId="{0FB7EF8C-285D-2A6F-FC2F-E462DD31686F}"/>
          </ac:spMkLst>
        </pc:spChg>
        <pc:spChg chg="mod">
          <ac:chgData name="Antonio Sulfaro" userId="3349b1de-6c87-491d-80c8-cd0051b6cb0d" providerId="ADAL" clId="{4E1F1241-58AC-4486-8328-D81B9BDA2115}" dt="2026-07-13T11:56:44.554" v="527" actId="20577"/>
          <ac:spMkLst>
            <pc:docMk/>
            <pc:sldMk cId="1009640499" sldId="287"/>
            <ac:spMk id="11" creationId="{CB6798B6-37C0-2E21-6845-9F081CBD80A7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09640499" sldId="287"/>
            <ac:spMk id="14" creationId="{7229CA18-2865-B1FD-0EA4-420CE1036458}"/>
          </ac:spMkLst>
        </pc:spChg>
        <pc:spChg chg="mod">
          <ac:chgData name="Antonio Sulfaro" userId="3349b1de-6c87-491d-80c8-cd0051b6cb0d" providerId="ADAL" clId="{4E1F1241-58AC-4486-8328-D81B9BDA2115}" dt="2026-07-16T14:42:17.835" v="3403" actId="12788"/>
          <ac:spMkLst>
            <pc:docMk/>
            <pc:sldMk cId="1009640499" sldId="287"/>
            <ac:spMk id="17" creationId="{AAEE35E9-B83B-B3B9-1C17-E6EDF0EA9DC8}"/>
          </ac:spMkLst>
        </pc:spChg>
        <pc:spChg chg="mod">
          <ac:chgData name="Antonio Sulfaro" userId="3349b1de-6c87-491d-80c8-cd0051b6cb0d" providerId="ADAL" clId="{4E1F1241-58AC-4486-8328-D81B9BDA2115}" dt="2026-07-13T11:46:35.877" v="271" actId="20577"/>
          <ac:spMkLst>
            <pc:docMk/>
            <pc:sldMk cId="1009640499" sldId="287"/>
            <ac:spMk id="24" creationId="{75ECCC15-8BE8-7A6B-2704-BB27DE5D374F}"/>
          </ac:spMkLst>
        </pc:spChg>
        <pc:spChg chg="mod">
          <ac:chgData name="Antonio Sulfaro" userId="3349b1de-6c87-491d-80c8-cd0051b6cb0d" providerId="ADAL" clId="{4E1F1241-58AC-4486-8328-D81B9BDA2115}" dt="2026-07-13T11:58:18.008" v="564" actId="20577"/>
          <ac:spMkLst>
            <pc:docMk/>
            <pc:sldMk cId="1009640499" sldId="287"/>
            <ac:spMk id="25" creationId="{23C43BA0-90EB-1189-10FE-A9CAA20FCCF8}"/>
          </ac:spMkLst>
        </pc:spChg>
        <pc:spChg chg="mod">
          <ac:chgData name="Antonio Sulfaro" userId="3349b1de-6c87-491d-80c8-cd0051b6cb0d" providerId="ADAL" clId="{4E1F1241-58AC-4486-8328-D81B9BDA2115}" dt="2026-07-13T11:59:12.998" v="579" actId="20577"/>
          <ac:spMkLst>
            <pc:docMk/>
            <pc:sldMk cId="1009640499" sldId="287"/>
            <ac:spMk id="26" creationId="{4356D0E9-26E9-DF66-2C26-C2944FB7F740}"/>
          </ac:spMkLst>
        </pc:spChg>
        <pc:spChg chg="mod">
          <ac:chgData name="Antonio Sulfaro" userId="3349b1de-6c87-491d-80c8-cd0051b6cb0d" providerId="ADAL" clId="{4E1F1241-58AC-4486-8328-D81B9BDA2115}" dt="2026-07-13T11:59:19.369" v="593" actId="20577"/>
          <ac:spMkLst>
            <pc:docMk/>
            <pc:sldMk cId="1009640499" sldId="287"/>
            <ac:spMk id="29" creationId="{AC2871FE-B608-89CE-BAFF-E504F8F20B73}"/>
          </ac:spMkLst>
        </pc:spChg>
        <pc:spChg chg="mod">
          <ac:chgData name="Antonio Sulfaro" userId="3349b1de-6c87-491d-80c8-cd0051b6cb0d" providerId="ADAL" clId="{4E1F1241-58AC-4486-8328-D81B9BDA2115}" dt="2026-07-13T11:59:51.219" v="634" actId="1076"/>
          <ac:spMkLst>
            <pc:docMk/>
            <pc:sldMk cId="1009640499" sldId="287"/>
            <ac:spMk id="30" creationId="{5FA0E701-5306-8C48-3DCC-88F366E3D87B}"/>
          </ac:spMkLst>
        </pc:spChg>
        <pc:spChg chg="mod">
          <ac:chgData name="Antonio Sulfaro" userId="3349b1de-6c87-491d-80c8-cd0051b6cb0d" providerId="ADAL" clId="{4E1F1241-58AC-4486-8328-D81B9BDA2115}" dt="2026-07-13T11:59:58.845" v="643" actId="20577"/>
          <ac:spMkLst>
            <pc:docMk/>
            <pc:sldMk cId="1009640499" sldId="287"/>
            <ac:spMk id="31" creationId="{9CAA035A-A79C-95ED-E3A9-401DE0906E55}"/>
          </ac:spMkLst>
        </pc:spChg>
        <pc:spChg chg="mod">
          <ac:chgData name="Antonio Sulfaro" userId="3349b1de-6c87-491d-80c8-cd0051b6cb0d" providerId="ADAL" clId="{4E1F1241-58AC-4486-8328-D81B9BDA2115}" dt="2026-07-13T11:58:04.381" v="554" actId="20577"/>
          <ac:spMkLst>
            <pc:docMk/>
            <pc:sldMk cId="1009640499" sldId="287"/>
            <ac:spMk id="34" creationId="{BF338747-C82C-5DCA-3BC1-E1A9CDA54AC5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09640499" sldId="287"/>
            <ac:spMk id="35" creationId="{BE2A0BED-8BC8-FDBE-CD38-F953121BBEB4}"/>
          </ac:spMkLst>
        </pc:spChg>
        <pc:spChg chg="mod">
          <ac:chgData name="Antonio Sulfaro" userId="3349b1de-6c87-491d-80c8-cd0051b6cb0d" providerId="ADAL" clId="{4E1F1241-58AC-4486-8328-D81B9BDA2115}" dt="2026-07-13T11:46:42.562" v="283" actId="20577"/>
          <ac:spMkLst>
            <pc:docMk/>
            <pc:sldMk cId="1009640499" sldId="287"/>
            <ac:spMk id="38" creationId="{968A2BB4-8098-7468-8263-8CFF78B6F8E2}"/>
          </ac:spMkLst>
        </pc:spChg>
        <pc:spChg chg="mod">
          <ac:chgData name="Antonio Sulfaro" userId="3349b1de-6c87-491d-80c8-cd0051b6cb0d" providerId="ADAL" clId="{4E1F1241-58AC-4486-8328-D81B9BDA2115}" dt="2026-07-13T12:02:50.439" v="755" actId="20577"/>
          <ac:spMkLst>
            <pc:docMk/>
            <pc:sldMk cId="1009640499" sldId="287"/>
            <ac:spMk id="40" creationId="{A333BC03-FE31-74C1-8FC3-6E3B544CFE9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09640499" sldId="287"/>
            <ac:spMk id="41" creationId="{E6492CD8-8775-A848-FF91-5DA4685D4A63}"/>
          </ac:spMkLst>
        </pc:spChg>
        <pc:spChg chg="mod">
          <ac:chgData name="Antonio Sulfaro" userId="3349b1de-6c87-491d-80c8-cd0051b6cb0d" providerId="ADAL" clId="{4E1F1241-58AC-4486-8328-D81B9BDA2115}" dt="2026-07-13T12:00:10.106" v="665" actId="20577"/>
          <ac:spMkLst>
            <pc:docMk/>
            <pc:sldMk cId="1009640499" sldId="287"/>
            <ac:spMk id="42" creationId="{DF16EF03-2A71-4CD3-C275-AFBF80C67033}"/>
          </ac:spMkLst>
        </pc:spChg>
        <pc:spChg chg="mod">
          <ac:chgData name="Antonio Sulfaro" userId="3349b1de-6c87-491d-80c8-cd0051b6cb0d" providerId="ADAL" clId="{4E1F1241-58AC-4486-8328-D81B9BDA2115}" dt="2026-07-13T12:03:07.451" v="777" actId="20577"/>
          <ac:spMkLst>
            <pc:docMk/>
            <pc:sldMk cId="1009640499" sldId="287"/>
            <ac:spMk id="43" creationId="{A1974CAE-46A5-7703-E631-B92B4B8FDE7F}"/>
          </ac:spMkLst>
        </pc:spChg>
        <pc:spChg chg="mod modVis">
          <ac:chgData name="Antonio Sulfaro" userId="3349b1de-6c87-491d-80c8-cd0051b6cb0d" providerId="ADAL" clId="{4E1F1241-58AC-4486-8328-D81B9BDA2115}" dt="2026-07-16T14:33:55.492" v="3394" actId="14429"/>
          <ac:spMkLst>
            <pc:docMk/>
            <pc:sldMk cId="1009640499" sldId="287"/>
            <ac:spMk id="49" creationId="{A21DA996-74D7-6232-C171-E8F49F67377D}"/>
          </ac:spMkLst>
        </pc:spChg>
        <pc:grpChg chg="mod modVis">
          <ac:chgData name="Antonio Sulfaro" userId="3349b1de-6c87-491d-80c8-cd0051b6cb0d" providerId="ADAL" clId="{4E1F1241-58AC-4486-8328-D81B9BDA2115}" dt="2026-07-16T14:33:56.054" v="3395" actId="14429"/>
          <ac:grpSpMkLst>
            <pc:docMk/>
            <pc:sldMk cId="1009640499" sldId="287"/>
            <ac:grpSpMk id="13" creationId="{5DD4C589-AF95-980B-4746-A85ABDEA4717}"/>
          </ac:grpSpMkLst>
        </pc:grpChg>
        <pc:picChg chg="mod modCrop">
          <ac:chgData name="Antonio Sulfaro" userId="3349b1de-6c87-491d-80c8-cd0051b6cb0d" providerId="ADAL" clId="{4E1F1241-58AC-4486-8328-D81B9BDA2115}" dt="2026-07-16T14:42:17.835" v="3403" actId="12788"/>
          <ac:picMkLst>
            <pc:docMk/>
            <pc:sldMk cId="1009640499" sldId="287"/>
            <ac:picMk id="18" creationId="{2A729464-8D15-9BF8-776E-4EBEEE600B86}"/>
          </ac:picMkLst>
        </pc:picChg>
      </pc:sldChg>
      <pc:sldChg chg="delSp modSp mod modTransition delAnim modAnim modShow modNotesTx">
        <pc:chgData name="Antonio Sulfaro" userId="3349b1de-6c87-491d-80c8-cd0051b6cb0d" providerId="ADAL" clId="{4E1F1241-58AC-4486-8328-D81B9BDA2115}" dt="2026-07-20T11:21:34.010" v="6237" actId="478"/>
        <pc:sldMkLst>
          <pc:docMk/>
          <pc:sldMk cId="1708599462" sldId="289"/>
        </pc:sldMkLst>
        <pc:spChg chg="mod">
          <ac:chgData name="Antonio Sulfaro" userId="3349b1de-6c87-491d-80c8-cd0051b6cb0d" providerId="ADAL" clId="{4E1F1241-58AC-4486-8328-D81B9BDA2115}" dt="2026-07-14T09:06:50.383" v="3244" actId="207"/>
          <ac:spMkLst>
            <pc:docMk/>
            <pc:sldMk cId="1708599462" sldId="289"/>
            <ac:spMk id="6" creationId="{C7A9E8A5-4C41-E2DF-2EF3-60ABF3FA41C0}"/>
          </ac:spMkLst>
        </pc:spChg>
        <pc:spChg chg="mod">
          <ac:chgData name="Antonio Sulfaro" userId="3349b1de-6c87-491d-80c8-cd0051b6cb0d" providerId="ADAL" clId="{4E1F1241-58AC-4486-8328-D81B9BDA2115}" dt="2026-07-13T11:57:01.867" v="531"/>
          <ac:spMkLst>
            <pc:docMk/>
            <pc:sldMk cId="1708599462" sldId="289"/>
            <ac:spMk id="11" creationId="{AFB080D5-2DF5-9884-7159-ED88812E854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12" creationId="{81485E9F-F803-9475-012B-C51F6A6B1B3B}"/>
          </ac:spMkLst>
        </pc:spChg>
        <pc:spChg chg="mod">
          <ac:chgData name="Antonio Sulfaro" userId="3349b1de-6c87-491d-80c8-cd0051b6cb0d" providerId="ADAL" clId="{4E1F1241-58AC-4486-8328-D81B9BDA2115}" dt="2026-07-14T08:26:29.075" v="3192" actId="1076"/>
          <ac:spMkLst>
            <pc:docMk/>
            <pc:sldMk cId="1708599462" sldId="289"/>
            <ac:spMk id="13" creationId="{FE81A409-FE67-FC06-883F-D2112970396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15" creationId="{3D55A631-D6A1-D6BC-D8DD-D3C7EACDC0AB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19" creationId="{9434B17F-C0C8-B833-EBA0-5AAFC2825361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42" creationId="{D42DF034-D4D6-95D3-B059-D0EC72D748E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80" creationId="{10AB72EE-8859-08D5-AAE3-7E5BD7528DE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82" creationId="{43A8E726-A5B7-2315-635B-D19CF0F78B7E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89" creationId="{AB173335-A878-6338-BA15-BFD5AA69652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08599462" sldId="289"/>
            <ac:spMk id="119" creationId="{B67963ED-40F1-A6B1-5C62-9EA44524E243}"/>
          </ac:spMkLst>
        </pc:spChg>
        <pc:spChg chg="mod">
          <ac:chgData name="Antonio Sulfaro" userId="3349b1de-6c87-491d-80c8-cd0051b6cb0d" providerId="ADAL" clId="{4E1F1241-58AC-4486-8328-D81B9BDA2115}" dt="2026-07-13T12:07:11.342" v="964" actId="20577"/>
          <ac:spMkLst>
            <pc:docMk/>
            <pc:sldMk cId="1708599462" sldId="289"/>
            <ac:spMk id="135" creationId="{059D926D-C1EC-4AC6-E2DC-6E537396A98E}"/>
          </ac:spMkLst>
        </pc:spChg>
        <pc:spChg chg="mod">
          <ac:chgData name="Antonio Sulfaro" userId="3349b1de-6c87-491d-80c8-cd0051b6cb0d" providerId="ADAL" clId="{4E1F1241-58AC-4486-8328-D81B9BDA2115}" dt="2026-07-13T11:50:45.546" v="336" actId="20577"/>
          <ac:spMkLst>
            <pc:docMk/>
            <pc:sldMk cId="1708599462" sldId="289"/>
            <ac:spMk id="157" creationId="{46C1DB5F-13D2-67D5-679B-65F6957BA849}"/>
          </ac:spMkLst>
        </pc:spChg>
        <pc:spChg chg="mod">
          <ac:chgData name="Antonio Sulfaro" userId="3349b1de-6c87-491d-80c8-cd0051b6cb0d" providerId="ADAL" clId="{4E1F1241-58AC-4486-8328-D81B9BDA2115}" dt="2026-07-13T12:08:16.154" v="1042" actId="20577"/>
          <ac:spMkLst>
            <pc:docMk/>
            <pc:sldMk cId="1708599462" sldId="289"/>
            <ac:spMk id="158" creationId="{A22452B4-B774-E4C7-E376-0BFE835F6C31}"/>
          </ac:spMkLst>
        </pc:spChg>
        <pc:spChg chg="mod">
          <ac:chgData name="Antonio Sulfaro" userId="3349b1de-6c87-491d-80c8-cd0051b6cb0d" providerId="ADAL" clId="{4E1F1241-58AC-4486-8328-D81B9BDA2115}" dt="2026-07-13T12:08:49.166" v="1047" actId="20577"/>
          <ac:spMkLst>
            <pc:docMk/>
            <pc:sldMk cId="1708599462" sldId="289"/>
            <ac:spMk id="159" creationId="{582DACE8-6D08-7888-0725-2A60E05FC79A}"/>
          </ac:spMkLst>
        </pc:spChg>
        <pc:spChg chg="mod">
          <ac:chgData name="Antonio Sulfaro" userId="3349b1de-6c87-491d-80c8-cd0051b6cb0d" providerId="ADAL" clId="{4E1F1241-58AC-4486-8328-D81B9BDA2115}" dt="2026-07-13T12:07:32.154" v="967"/>
          <ac:spMkLst>
            <pc:docMk/>
            <pc:sldMk cId="1708599462" sldId="289"/>
            <ac:spMk id="160" creationId="{9F0C39D3-A624-E94C-27A4-466A853DF497}"/>
          </ac:spMkLst>
        </pc:spChg>
        <pc:grpChg chg="mod">
          <ac:chgData name="Antonio Sulfaro" userId="3349b1de-6c87-491d-80c8-cd0051b6cb0d" providerId="ADAL" clId="{4E1F1241-58AC-4486-8328-D81B9BDA2115}" dt="2026-07-13T12:07:32.154" v="967"/>
          <ac:grpSpMkLst>
            <pc:docMk/>
            <pc:sldMk cId="1708599462" sldId="289"/>
            <ac:grpSpMk id="161" creationId="{BDE8852B-A5A4-A25E-A4F8-5C85D32DD7C4}"/>
          </ac:grpSpMkLst>
        </pc:grpChg>
        <pc:picChg chg="del mod modVis">
          <ac:chgData name="Antonio Sulfaro" userId="3349b1de-6c87-491d-80c8-cd0051b6cb0d" providerId="ADAL" clId="{4E1F1241-58AC-4486-8328-D81B9BDA2115}" dt="2026-07-20T11:21:34.010" v="6237" actId="478"/>
          <ac:picMkLst>
            <pc:docMk/>
            <pc:sldMk cId="1708599462" sldId="289"/>
            <ac:picMk id="5" creationId="{BB744D52-A128-52B1-BFE6-5B4381A87A6F}"/>
          </ac:picMkLst>
        </pc:picChg>
      </pc:sldChg>
      <pc:sldChg chg="modSp mod modAnim">
        <pc:chgData name="Antonio Sulfaro" userId="3349b1de-6c87-491d-80c8-cd0051b6cb0d" providerId="ADAL" clId="{4E1F1241-58AC-4486-8328-D81B9BDA2115}" dt="2026-07-13T12:05:38.214" v="891" actId="14100"/>
        <pc:sldMkLst>
          <pc:docMk/>
          <pc:sldMk cId="209664788" sldId="290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7" creationId="{3AF206DD-6700-6A99-2105-DB35088B237B}"/>
          </ac:spMkLst>
        </pc:spChg>
        <pc:spChg chg="mod">
          <ac:chgData name="Antonio Sulfaro" userId="3349b1de-6c87-491d-80c8-cd0051b6cb0d" providerId="ADAL" clId="{4E1F1241-58AC-4486-8328-D81B9BDA2115}" dt="2026-07-13T11:56:55.881" v="529"/>
          <ac:spMkLst>
            <pc:docMk/>
            <pc:sldMk cId="209664788" sldId="290"/>
            <ac:spMk id="11" creationId="{98F0B589-C0C7-9C7C-EC6C-1C0BF663805F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12" creationId="{A27515AF-6219-4A6C-628A-6B4F5BFF032E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13" creationId="{786BDBB4-25C8-8D97-35B0-2A6909E3EBC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14" creationId="{20C1BB86-993D-541B-027B-A9E9BEC65A61}"/>
          </ac:spMkLst>
        </pc:spChg>
        <pc:spChg chg="mod">
          <ac:chgData name="Antonio Sulfaro" userId="3349b1de-6c87-491d-80c8-cd0051b6cb0d" providerId="ADAL" clId="{4E1F1241-58AC-4486-8328-D81B9BDA2115}" dt="2026-07-13T12:05:17.021" v="874" actId="20577"/>
          <ac:spMkLst>
            <pc:docMk/>
            <pc:sldMk cId="209664788" sldId="290"/>
            <ac:spMk id="15" creationId="{C9EB77F1-3045-03DB-A5AF-AA866866837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19" creationId="{CBEBA893-D569-5915-0510-752C65ACA756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56" creationId="{34B8166F-9A73-C41B-E85C-9D1F1A577410}"/>
          </ac:spMkLst>
        </pc:spChg>
        <pc:spChg chg="mod">
          <ac:chgData name="Antonio Sulfaro" userId="3349b1de-6c87-491d-80c8-cd0051b6cb0d" providerId="ADAL" clId="{4E1F1241-58AC-4486-8328-D81B9BDA2115}" dt="2026-07-13T12:05:38.214" v="891" actId="14100"/>
          <ac:spMkLst>
            <pc:docMk/>
            <pc:sldMk cId="209664788" sldId="290"/>
            <ac:spMk id="59" creationId="{1568FDC9-5D06-6496-575F-DC626CD5B25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70" creationId="{536681A4-71EA-1796-EBFC-05D703BD735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74" creationId="{2D2576FB-4E9F-A7A2-EDCF-8C8DA7B58CE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09664788" sldId="290"/>
            <ac:spMk id="78" creationId="{D6B0A013-61BC-CB26-AAB7-0FF774C65A36}"/>
          </ac:spMkLst>
        </pc:spChg>
      </pc:sldChg>
      <pc:sldChg chg="modSp mod addAnim delAnim modAnim modNotesTx">
        <pc:chgData name="Antonio Sulfaro" userId="3349b1de-6c87-491d-80c8-cd0051b6cb0d" providerId="ADAL" clId="{4E1F1241-58AC-4486-8328-D81B9BDA2115}" dt="2026-07-16T21:15:56.130" v="6027" actId="14430"/>
        <pc:sldMkLst>
          <pc:docMk/>
          <pc:sldMk cId="2172613409" sldId="291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72613409" sldId="291"/>
            <ac:spMk id="3" creationId="{C761316B-4A55-B908-8DBF-15593CCE306D}"/>
          </ac:spMkLst>
        </pc:spChg>
        <pc:spChg chg="mod">
          <ac:chgData name="Antonio Sulfaro" userId="3349b1de-6c87-491d-80c8-cd0051b6cb0d" providerId="ADAL" clId="{4E1F1241-58AC-4486-8328-D81B9BDA2115}" dt="2026-07-13T12:05:52.828" v="892"/>
          <ac:spMkLst>
            <pc:docMk/>
            <pc:sldMk cId="2172613409" sldId="291"/>
            <ac:spMk id="4" creationId="{8322942C-D28C-DC15-2109-F325C3EDA0A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72613409" sldId="291"/>
            <ac:spMk id="8" creationId="{8C63755D-8A1D-8A95-2809-C5773DBE45E8}"/>
          </ac:spMkLst>
        </pc:spChg>
        <pc:spChg chg="mod">
          <ac:chgData name="Antonio Sulfaro" userId="3349b1de-6c87-491d-80c8-cd0051b6cb0d" providerId="ADAL" clId="{4E1F1241-58AC-4486-8328-D81B9BDA2115}" dt="2026-07-13T11:56:58.476" v="530"/>
          <ac:spMkLst>
            <pc:docMk/>
            <pc:sldMk cId="2172613409" sldId="291"/>
            <ac:spMk id="11" creationId="{EE6E9AE6-B5BF-4569-1C73-85097B77191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72613409" sldId="291"/>
            <ac:spMk id="12" creationId="{CDA83860-132F-7031-4D4C-612213DC188F}"/>
          </ac:spMkLst>
        </pc:spChg>
        <pc:spChg chg="mod">
          <ac:chgData name="Antonio Sulfaro" userId="3349b1de-6c87-491d-80c8-cd0051b6cb0d" providerId="ADAL" clId="{4E1F1241-58AC-4486-8328-D81B9BDA2115}" dt="2026-07-13T12:14:42.578" v="1337" actId="20577"/>
          <ac:spMkLst>
            <pc:docMk/>
            <pc:sldMk cId="2172613409" sldId="291"/>
            <ac:spMk id="15" creationId="{B1E56225-CFBA-AC03-3ABF-F368A14447FB}"/>
          </ac:spMkLst>
        </pc:spChg>
        <pc:spChg chg="mod modVis">
          <ac:chgData name="Antonio Sulfaro" userId="3349b1de-6c87-491d-80c8-cd0051b6cb0d" providerId="ADAL" clId="{4E1F1241-58AC-4486-8328-D81B9BDA2115}" dt="2026-07-16T21:15:56.130" v="6027" actId="14430"/>
          <ac:spMkLst>
            <pc:docMk/>
            <pc:sldMk cId="2172613409" sldId="291"/>
            <ac:spMk id="28" creationId="{E28755B0-BF27-C0D5-1E5A-33961A56912E}"/>
          </ac:spMkLst>
        </pc:spChg>
        <pc:spChg chg="mod modVis">
          <ac:chgData name="Antonio Sulfaro" userId="3349b1de-6c87-491d-80c8-cd0051b6cb0d" providerId="ADAL" clId="{4E1F1241-58AC-4486-8328-D81B9BDA2115}" dt="2026-07-16T17:53:23.852" v="6011" actId="14430"/>
          <ac:spMkLst>
            <pc:docMk/>
            <pc:sldMk cId="2172613409" sldId="291"/>
            <ac:spMk id="30" creationId="{A4282899-0668-786E-C61A-8D7284B8D59F}"/>
          </ac:spMkLst>
        </pc:spChg>
        <pc:spChg chg="mod modVis">
          <ac:chgData name="Antonio Sulfaro" userId="3349b1de-6c87-491d-80c8-cd0051b6cb0d" providerId="ADAL" clId="{4E1F1241-58AC-4486-8328-D81B9BDA2115}" dt="2026-07-16T21:15:52.845" v="6024" actId="14430"/>
          <ac:spMkLst>
            <pc:docMk/>
            <pc:sldMk cId="2172613409" sldId="291"/>
            <ac:spMk id="31" creationId="{7F5F029F-2BD4-68C4-1B2C-D370BFFFD6C7}"/>
          </ac:spMkLst>
        </pc:spChg>
        <pc:spChg chg="mod modVis">
          <ac:chgData name="Antonio Sulfaro" userId="3349b1de-6c87-491d-80c8-cd0051b6cb0d" providerId="ADAL" clId="{4E1F1241-58AC-4486-8328-D81B9BDA2115}" dt="2026-07-16T17:53:24.805" v="6012" actId="14430"/>
          <ac:spMkLst>
            <pc:docMk/>
            <pc:sldMk cId="2172613409" sldId="291"/>
            <ac:spMk id="32" creationId="{B92EC174-1263-B999-EFE3-A8A6C0A2F458}"/>
          </ac:spMkLst>
        </pc:spChg>
        <pc:spChg chg="mod modVis">
          <ac:chgData name="Antonio Sulfaro" userId="3349b1de-6c87-491d-80c8-cd0051b6cb0d" providerId="ADAL" clId="{4E1F1241-58AC-4486-8328-D81B9BDA2115}" dt="2026-07-16T21:15:54.137" v="6025" actId="14430"/>
          <ac:spMkLst>
            <pc:docMk/>
            <pc:sldMk cId="2172613409" sldId="291"/>
            <ac:spMk id="33" creationId="{BCF39B80-696F-E5BF-4D51-E02068527C05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2172613409" sldId="291"/>
            <ac:spMk id="46" creationId="{863706B4-6B1B-70F6-B916-7BB895E4D8A7}"/>
          </ac:spMkLst>
        </pc:spChg>
        <pc:spChg chg="mod modVis">
          <ac:chgData name="Antonio Sulfaro" userId="3349b1de-6c87-491d-80c8-cd0051b6cb0d" providerId="ADAL" clId="{4E1F1241-58AC-4486-8328-D81B9BDA2115}" dt="2026-07-16T17:53:28.596" v="6013" actId="14430"/>
          <ac:spMkLst>
            <pc:docMk/>
            <pc:sldMk cId="2172613409" sldId="291"/>
            <ac:spMk id="63" creationId="{D9FAABA1-D3F6-8EA7-55D8-57CBA39E5566}"/>
          </ac:spMkLst>
        </pc:spChg>
        <pc:spChg chg="mod modVis">
          <ac:chgData name="Antonio Sulfaro" userId="3349b1de-6c87-491d-80c8-cd0051b6cb0d" providerId="ADAL" clId="{4E1F1241-58AC-4486-8328-D81B9BDA2115}" dt="2026-07-16T17:53:29.493" v="6014" actId="14430"/>
          <ac:spMkLst>
            <pc:docMk/>
            <pc:sldMk cId="2172613409" sldId="291"/>
            <ac:spMk id="1024" creationId="{A168CE03-AFA1-FCD4-D4AE-7762C2AAC919}"/>
          </ac:spMkLst>
        </pc:spChg>
        <pc:spChg chg="mod">
          <ac:chgData name="Antonio Sulfaro" userId="3349b1de-6c87-491d-80c8-cd0051b6cb0d" providerId="ADAL" clId="{4E1F1241-58AC-4486-8328-D81B9BDA2115}" dt="2026-07-13T12:06:31.361" v="923" actId="20577"/>
          <ac:spMkLst>
            <pc:docMk/>
            <pc:sldMk cId="2172613409" sldId="291"/>
            <ac:spMk id="1025" creationId="{B725209E-A71B-4422-437E-E7FB950A8A88}"/>
          </ac:spMkLst>
        </pc:spChg>
        <pc:spChg chg="mod">
          <ac:chgData name="Antonio Sulfaro" userId="3349b1de-6c87-491d-80c8-cd0051b6cb0d" providerId="ADAL" clId="{4E1F1241-58AC-4486-8328-D81B9BDA2115}" dt="2026-07-16T15:58:12.413" v="4889" actId="207"/>
          <ac:spMkLst>
            <pc:docMk/>
            <pc:sldMk cId="2172613409" sldId="291"/>
            <ac:spMk id="1027" creationId="{DED82560-FD58-98F5-5FEA-6A53016418C2}"/>
          </ac:spMkLst>
        </pc:spChg>
        <pc:spChg chg="mod modVis">
          <ac:chgData name="Antonio Sulfaro" userId="3349b1de-6c87-491d-80c8-cd0051b6cb0d" providerId="ADAL" clId="{4E1F1241-58AC-4486-8328-D81B9BDA2115}" dt="2026-07-16T14:49:21.714" v="3794" actId="14430"/>
          <ac:spMkLst>
            <pc:docMk/>
            <pc:sldMk cId="2172613409" sldId="291"/>
            <ac:spMk id="1029" creationId="{B0A2B48A-A4E5-F1DC-7D82-DE41937BDE13}"/>
          </ac:spMkLst>
        </pc:spChg>
        <pc:spChg chg="mod">
          <ac:chgData name="Antonio Sulfaro" userId="3349b1de-6c87-491d-80c8-cd0051b6cb0d" providerId="ADAL" clId="{4E1F1241-58AC-4486-8328-D81B9BDA2115}" dt="2026-07-16T13:10:53.249" v="3304" actId="14826"/>
          <ac:spMkLst>
            <pc:docMk/>
            <pc:sldMk cId="2172613409" sldId="291"/>
            <ac:spMk id="1034" creationId="{BA5C1227-9BEA-7767-7EBE-17BF80106CDB}"/>
          </ac:spMkLst>
        </pc:spChg>
        <pc:spChg chg="mod">
          <ac:chgData name="Antonio Sulfaro" userId="3349b1de-6c87-491d-80c8-cd0051b6cb0d" providerId="ADAL" clId="{4E1F1241-58AC-4486-8328-D81B9BDA2115}" dt="2026-07-16T13:10:53.249" v="3304" actId="14826"/>
          <ac:spMkLst>
            <pc:docMk/>
            <pc:sldMk cId="2172613409" sldId="291"/>
            <ac:spMk id="1035" creationId="{65711D1A-5B1F-9014-D0F2-50CE2E1EE312}"/>
          </ac:spMkLst>
        </pc:spChg>
        <pc:spChg chg="mod">
          <ac:chgData name="Antonio Sulfaro" userId="3349b1de-6c87-491d-80c8-cd0051b6cb0d" providerId="ADAL" clId="{4E1F1241-58AC-4486-8328-D81B9BDA2115}" dt="2026-07-16T13:12:59.301" v="3348" actId="1038"/>
          <ac:spMkLst>
            <pc:docMk/>
            <pc:sldMk cId="2172613409" sldId="291"/>
            <ac:spMk id="1036" creationId="{B63B8D78-8AF9-D459-D4AE-AD8CF760A349}"/>
          </ac:spMkLst>
        </pc:spChg>
        <pc:spChg chg="mod">
          <ac:chgData name="Antonio Sulfaro" userId="3349b1de-6c87-491d-80c8-cd0051b6cb0d" providerId="ADAL" clId="{4E1F1241-58AC-4486-8328-D81B9BDA2115}" dt="2026-07-16T13:10:53.249" v="3304" actId="14826"/>
          <ac:spMkLst>
            <pc:docMk/>
            <pc:sldMk cId="2172613409" sldId="291"/>
            <ac:spMk id="1037" creationId="{3994DD41-A336-7B9B-2013-5B4AFBF6D5AA}"/>
          </ac:spMkLst>
        </pc:spChg>
        <pc:spChg chg="mod">
          <ac:chgData name="Antonio Sulfaro" userId="3349b1de-6c87-491d-80c8-cd0051b6cb0d" providerId="ADAL" clId="{4E1F1241-58AC-4486-8328-D81B9BDA2115}" dt="2026-07-16T13:10:53.249" v="3304" actId="14826"/>
          <ac:spMkLst>
            <pc:docMk/>
            <pc:sldMk cId="2172613409" sldId="291"/>
            <ac:spMk id="1038" creationId="{ED5A2025-9A09-4B39-7771-948484BCBAB7}"/>
          </ac:spMkLst>
        </pc:spChg>
        <pc:spChg chg="mod">
          <ac:chgData name="Antonio Sulfaro" userId="3349b1de-6c87-491d-80c8-cd0051b6cb0d" providerId="ADAL" clId="{4E1F1241-58AC-4486-8328-D81B9BDA2115}" dt="2026-07-16T13:12:41.668" v="3343" actId="1038"/>
          <ac:spMkLst>
            <pc:docMk/>
            <pc:sldMk cId="2172613409" sldId="291"/>
            <ac:spMk id="1039" creationId="{C7439837-B549-1064-4F9A-620D519A9326}"/>
          </ac:spMkLst>
        </pc:spChg>
        <pc:spChg chg="mod">
          <ac:chgData name="Antonio Sulfaro" userId="3349b1de-6c87-491d-80c8-cd0051b6cb0d" providerId="ADAL" clId="{4E1F1241-58AC-4486-8328-D81B9BDA2115}" dt="2026-07-16T13:12:41.668" v="3343" actId="1038"/>
          <ac:spMkLst>
            <pc:docMk/>
            <pc:sldMk cId="2172613409" sldId="291"/>
            <ac:spMk id="1040" creationId="{9C9CEA20-F33B-F008-A05C-214E55856735}"/>
          </ac:spMkLst>
        </pc:spChg>
        <pc:spChg chg="mod">
          <ac:chgData name="Antonio Sulfaro" userId="3349b1de-6c87-491d-80c8-cd0051b6cb0d" providerId="ADAL" clId="{4E1F1241-58AC-4486-8328-D81B9BDA2115}" dt="2026-07-16T13:12:45.457" v="3344" actId="1038"/>
          <ac:spMkLst>
            <pc:docMk/>
            <pc:sldMk cId="2172613409" sldId="291"/>
            <ac:spMk id="1041" creationId="{984AA999-DC5B-CCFB-4F5C-C77DF1C1008E}"/>
          </ac:spMkLst>
        </pc:spChg>
        <pc:spChg chg="mod">
          <ac:chgData name="Antonio Sulfaro" userId="3349b1de-6c87-491d-80c8-cd0051b6cb0d" providerId="ADAL" clId="{4E1F1241-58AC-4486-8328-D81B9BDA2115}" dt="2026-07-16T13:12:10.598" v="3331" actId="1037"/>
          <ac:spMkLst>
            <pc:docMk/>
            <pc:sldMk cId="2172613409" sldId="291"/>
            <ac:spMk id="1042" creationId="{2EDBA2AF-E1E4-C4E1-07B9-4DEB096F557B}"/>
          </ac:spMkLst>
        </pc:spChg>
        <pc:spChg chg="mod">
          <ac:chgData name="Antonio Sulfaro" userId="3349b1de-6c87-491d-80c8-cd0051b6cb0d" providerId="ADAL" clId="{4E1F1241-58AC-4486-8328-D81B9BDA2115}" dt="2026-07-16T13:12:10.598" v="3331" actId="1037"/>
          <ac:spMkLst>
            <pc:docMk/>
            <pc:sldMk cId="2172613409" sldId="291"/>
            <ac:spMk id="1043" creationId="{AFEDDB8F-1637-8100-763E-709FCFE31696}"/>
          </ac:spMkLst>
        </pc:spChg>
        <pc:spChg chg="mod">
          <ac:chgData name="Antonio Sulfaro" userId="3349b1de-6c87-491d-80c8-cd0051b6cb0d" providerId="ADAL" clId="{4E1F1241-58AC-4486-8328-D81B9BDA2115}" dt="2026-07-16T13:12:10.598" v="3331" actId="1037"/>
          <ac:spMkLst>
            <pc:docMk/>
            <pc:sldMk cId="2172613409" sldId="291"/>
            <ac:spMk id="1044" creationId="{4BAEBA5A-8D07-3C5D-48C1-C1AC59401148}"/>
          </ac:spMkLst>
        </pc:spChg>
        <pc:spChg chg="mod">
          <ac:chgData name="Antonio Sulfaro" userId="3349b1de-6c87-491d-80c8-cd0051b6cb0d" providerId="ADAL" clId="{4E1F1241-58AC-4486-8328-D81B9BDA2115}" dt="2026-07-16T13:12:24.712" v="3335" actId="1038"/>
          <ac:spMkLst>
            <pc:docMk/>
            <pc:sldMk cId="2172613409" sldId="291"/>
            <ac:spMk id="1045" creationId="{E616B6BE-1E7E-C871-7E21-56A921D5BCBA}"/>
          </ac:spMkLst>
        </pc:spChg>
        <pc:spChg chg="mod modVis">
          <ac:chgData name="Antonio Sulfaro" userId="3349b1de-6c87-491d-80c8-cd0051b6cb0d" providerId="ADAL" clId="{4E1F1241-58AC-4486-8328-D81B9BDA2115}" dt="2026-07-16T21:15:55.139" v="6026" actId="14430"/>
          <ac:spMkLst>
            <pc:docMk/>
            <pc:sldMk cId="2172613409" sldId="291"/>
            <ac:spMk id="1055" creationId="{A25D65CC-BFEB-FE1B-D4E2-E94988614065}"/>
          </ac:spMkLst>
        </pc:spChg>
        <pc:spChg chg="mod">
          <ac:chgData name="Antonio Sulfaro" userId="3349b1de-6c87-491d-80c8-cd0051b6cb0d" providerId="ADAL" clId="{4E1F1241-58AC-4486-8328-D81B9BDA2115}" dt="2026-07-16T15:58:12.063" v="4888" actId="207"/>
          <ac:spMkLst>
            <pc:docMk/>
            <pc:sldMk cId="2172613409" sldId="291"/>
            <ac:spMk id="1058" creationId="{A8B4F0BB-B05B-77D1-0A1C-F53DFA2AEE96}"/>
          </ac:spMkLst>
        </pc:spChg>
        <pc:spChg chg="mod">
          <ac:chgData name="Antonio Sulfaro" userId="3349b1de-6c87-491d-80c8-cd0051b6cb0d" providerId="ADAL" clId="{4E1F1241-58AC-4486-8328-D81B9BDA2115}" dt="2026-07-13T12:07:02.046" v="956" actId="6549"/>
          <ac:spMkLst>
            <pc:docMk/>
            <pc:sldMk cId="2172613409" sldId="291"/>
            <ac:spMk id="1059" creationId="{0A370001-BE7B-A932-8029-94085C7226AC}"/>
          </ac:spMkLst>
        </pc:spChg>
        <pc:grpChg chg="mod modVis">
          <ac:chgData name="Antonio Sulfaro" userId="3349b1de-6c87-491d-80c8-cd0051b6cb0d" providerId="ADAL" clId="{4E1F1241-58AC-4486-8328-D81B9BDA2115}" dt="2026-07-16T21:15:52.079" v="6023" actId="14430"/>
          <ac:grpSpMkLst>
            <pc:docMk/>
            <pc:sldMk cId="2172613409" sldId="291"/>
            <ac:grpSpMk id="1046" creationId="{FD30F545-E229-ADF0-47D3-EE05BA81AEFF}"/>
          </ac:grpSpMkLst>
        </pc:grpChg>
      </pc:sldChg>
      <pc:sldChg chg="modSp mod modShow">
        <pc:chgData name="Antonio Sulfaro" userId="3349b1de-6c87-491d-80c8-cd0051b6cb0d" providerId="ADAL" clId="{4E1F1241-58AC-4486-8328-D81B9BDA2115}" dt="2026-07-14T09:07:06.445" v="3246" actId="207"/>
        <pc:sldMkLst>
          <pc:docMk/>
          <pc:sldMk cId="106315451" sldId="292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3" creationId="{C92CDC10-BFBD-8ACD-6E77-B008875E304E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5" creationId="{188127C6-E0A4-6E18-DC38-BA6EA94ED779}"/>
          </ac:spMkLst>
        </pc:spChg>
        <pc:spChg chg="mod">
          <ac:chgData name="Antonio Sulfaro" userId="3349b1de-6c87-491d-80c8-cd0051b6cb0d" providerId="ADAL" clId="{4E1F1241-58AC-4486-8328-D81B9BDA2115}" dt="2026-07-14T09:07:06.445" v="3246" actId="207"/>
          <ac:spMkLst>
            <pc:docMk/>
            <pc:sldMk cId="106315451" sldId="292"/>
            <ac:spMk id="8" creationId="{7B8A0C9B-A49D-25C1-5B2D-85CF87122AF7}"/>
          </ac:spMkLst>
        </pc:spChg>
        <pc:spChg chg="mod">
          <ac:chgData name="Antonio Sulfaro" userId="3349b1de-6c87-491d-80c8-cd0051b6cb0d" providerId="ADAL" clId="{4E1F1241-58AC-4486-8328-D81B9BDA2115}" dt="2026-07-14T09:06:57.384" v="3245" actId="207"/>
          <ac:spMkLst>
            <pc:docMk/>
            <pc:sldMk cId="106315451" sldId="292"/>
            <ac:spMk id="9" creationId="{42D89C62-BF70-1DD5-1B28-CA15654FB84E}"/>
          </ac:spMkLst>
        </pc:spChg>
        <pc:spChg chg="mod">
          <ac:chgData name="Antonio Sulfaro" userId="3349b1de-6c87-491d-80c8-cd0051b6cb0d" providerId="ADAL" clId="{4E1F1241-58AC-4486-8328-D81B9BDA2115}" dt="2026-07-13T12:09:48.941" v="1065" actId="1076"/>
          <ac:spMkLst>
            <pc:docMk/>
            <pc:sldMk cId="106315451" sldId="292"/>
            <ac:spMk id="10" creationId="{3969F055-133A-1B98-B4DF-5383BB032B31}"/>
          </ac:spMkLst>
        </pc:spChg>
        <pc:spChg chg="mod">
          <ac:chgData name="Antonio Sulfaro" userId="3349b1de-6c87-491d-80c8-cd0051b6cb0d" providerId="ADAL" clId="{4E1F1241-58AC-4486-8328-D81B9BDA2115}" dt="2026-07-13T11:57:04.497" v="532"/>
          <ac:spMkLst>
            <pc:docMk/>
            <pc:sldMk cId="106315451" sldId="292"/>
            <ac:spMk id="11" creationId="{C4F7F41E-E968-E947-A948-51D199B748F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14" creationId="{BDBB0D68-3EED-AB9D-F24C-B7773FBBD9F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15" creationId="{184EB5AA-2BE8-CE77-1257-3D6BA32C13B6}"/>
          </ac:spMkLst>
        </pc:spChg>
        <pc:spChg chg="mod">
          <ac:chgData name="Antonio Sulfaro" userId="3349b1de-6c87-491d-80c8-cd0051b6cb0d" providerId="ADAL" clId="{4E1F1241-58AC-4486-8328-D81B9BDA2115}" dt="2026-07-13T12:09:19.180" v="1056" actId="1076"/>
          <ac:spMkLst>
            <pc:docMk/>
            <pc:sldMk cId="106315451" sldId="292"/>
            <ac:spMk id="17" creationId="{8F405BA4-0491-9FD6-4C55-18EA97133FB1}"/>
          </ac:spMkLst>
        </pc:spChg>
        <pc:spChg chg="mod">
          <ac:chgData name="Antonio Sulfaro" userId="3349b1de-6c87-491d-80c8-cd0051b6cb0d" providerId="ADAL" clId="{4E1F1241-58AC-4486-8328-D81B9BDA2115}" dt="2026-07-14T08:22:40.113" v="3177" actId="20577"/>
          <ac:spMkLst>
            <pc:docMk/>
            <pc:sldMk cId="106315451" sldId="292"/>
            <ac:spMk id="69" creationId="{38ED7A87-1FF8-16E5-A862-B649C8E0F33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81" creationId="{B2BC6DD1-BF40-CB00-EB7D-947F0C45B641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92" creationId="{D2588490-6A32-3B0D-8FD3-313BBC4E3B1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94" creationId="{185F4B78-B316-5356-797F-C5AB8FBAB42F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156" creationId="{F5095F5E-2FB7-1F7A-BAC1-3C49B7DA0602}"/>
          </ac:spMkLst>
        </pc:spChg>
        <pc:spChg chg="mod">
          <ac:chgData name="Antonio Sulfaro" userId="3349b1de-6c87-491d-80c8-cd0051b6cb0d" providerId="ADAL" clId="{4E1F1241-58AC-4486-8328-D81B9BDA2115}" dt="2026-07-13T12:14:56.718" v="1338" actId="20577"/>
          <ac:spMkLst>
            <pc:docMk/>
            <pc:sldMk cId="106315451" sldId="292"/>
            <ac:spMk id="157" creationId="{53ABA6C3-F2E6-5182-831D-327DD45F93F2}"/>
          </ac:spMkLst>
        </pc:spChg>
        <pc:spChg chg="mod">
          <ac:chgData name="Antonio Sulfaro" userId="3349b1de-6c87-491d-80c8-cd0051b6cb0d" providerId="ADAL" clId="{4E1F1241-58AC-4486-8328-D81B9BDA2115}" dt="2026-07-13T12:53:08.096" v="2974" actId="20577"/>
          <ac:spMkLst>
            <pc:docMk/>
            <pc:sldMk cId="106315451" sldId="292"/>
            <ac:spMk id="158" creationId="{BB927198-DB06-8A4C-475B-F29E312D4A58}"/>
          </ac:spMkLst>
        </pc:spChg>
        <pc:spChg chg="mod">
          <ac:chgData name="Antonio Sulfaro" userId="3349b1de-6c87-491d-80c8-cd0051b6cb0d" providerId="ADAL" clId="{4E1F1241-58AC-4486-8328-D81B9BDA2115}" dt="2026-07-13T12:08:54.435" v="1048" actId="20577"/>
          <ac:spMkLst>
            <pc:docMk/>
            <pc:sldMk cId="106315451" sldId="292"/>
            <ac:spMk id="159" creationId="{C32EDB1F-5B3C-C883-BF46-540F6EB22B7E}"/>
          </ac:spMkLst>
        </pc:spChg>
        <pc:spChg chg="mod">
          <ac:chgData name="Antonio Sulfaro" userId="3349b1de-6c87-491d-80c8-cd0051b6cb0d" providerId="ADAL" clId="{4E1F1241-58AC-4486-8328-D81B9BDA2115}" dt="2026-07-13T12:08:39.742" v="1046"/>
          <ac:spMkLst>
            <pc:docMk/>
            <pc:sldMk cId="106315451" sldId="292"/>
            <ac:spMk id="160" creationId="{11DF9C60-2588-F726-10A1-8715D9ACA0E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6315451" sldId="292"/>
            <ac:spMk id="163" creationId="{9F086EE7-F5C8-889B-8EB2-7789FCE68A14}"/>
          </ac:spMkLst>
        </pc:spChg>
        <pc:grpChg chg="mod">
          <ac:chgData name="Antonio Sulfaro" userId="3349b1de-6c87-491d-80c8-cd0051b6cb0d" providerId="ADAL" clId="{4E1F1241-58AC-4486-8328-D81B9BDA2115}" dt="2026-07-13T12:08:39.742" v="1046"/>
          <ac:grpSpMkLst>
            <pc:docMk/>
            <pc:sldMk cId="106315451" sldId="292"/>
            <ac:grpSpMk id="161" creationId="{A0DA18CF-8839-889B-D9C9-0DD0119D3065}"/>
          </ac:grpSpMkLst>
        </pc:grpChg>
      </pc:sldChg>
      <pc:sldChg chg="modSp mod">
        <pc:chgData name="Antonio Sulfaro" userId="3349b1de-6c87-491d-80c8-cd0051b6cb0d" providerId="ADAL" clId="{4E1F1241-58AC-4486-8328-D81B9BDA2115}" dt="2026-07-20T11:22:08.730" v="6247" actId="1037"/>
        <pc:sldMkLst>
          <pc:docMk/>
          <pc:sldMk cId="3775086936" sldId="293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775086936" sldId="293"/>
            <ac:spMk id="2" creationId="{B3950322-3682-03B6-4FFD-BC5F1D567EA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775086936" sldId="293"/>
            <ac:spMk id="3" creationId="{DB05482E-01B3-1C27-9310-671CF9F89AB7}"/>
          </ac:spMkLst>
        </pc:spChg>
        <pc:spChg chg="mod">
          <ac:chgData name="Antonio Sulfaro" userId="3349b1de-6c87-491d-80c8-cd0051b6cb0d" providerId="ADAL" clId="{4E1F1241-58AC-4486-8328-D81B9BDA2115}" dt="2026-07-14T09:07:22.951" v="3248" actId="20577"/>
          <ac:spMkLst>
            <pc:docMk/>
            <pc:sldMk cId="3775086936" sldId="293"/>
            <ac:spMk id="4" creationId="{7C6C5789-973B-0BDF-DD3F-62F79A1A9A4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775086936" sldId="293"/>
            <ac:spMk id="14" creationId="{AC2889E0-2213-9638-BDEE-A45481D850C2}"/>
          </ac:spMkLst>
        </pc:spChg>
        <pc:spChg chg="mod">
          <ac:chgData name="Antonio Sulfaro" userId="3349b1de-6c87-491d-80c8-cd0051b6cb0d" providerId="ADAL" clId="{4E1F1241-58AC-4486-8328-D81B9BDA2115}" dt="2026-07-13T12:10:28.135" v="1112" actId="20577"/>
          <ac:spMkLst>
            <pc:docMk/>
            <pc:sldMk cId="3775086936" sldId="293"/>
            <ac:spMk id="15" creationId="{19C55489-E452-BCAC-91D9-31B2CA02E7A1}"/>
          </ac:spMkLst>
        </pc:spChg>
        <pc:spChg chg="mod">
          <ac:chgData name="Antonio Sulfaro" userId="3349b1de-6c87-491d-80c8-cd0051b6cb0d" providerId="ADAL" clId="{4E1F1241-58AC-4486-8328-D81B9BDA2115}" dt="2026-07-13T12:10:43.973" v="1148" actId="20577"/>
          <ac:spMkLst>
            <pc:docMk/>
            <pc:sldMk cId="3775086936" sldId="293"/>
            <ac:spMk id="26" creationId="{D304920E-54E6-6705-56EE-F1F33BA2A21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775086936" sldId="293"/>
            <ac:spMk id="28" creationId="{2D01671D-1239-A881-01F0-DDC37B6DA771}"/>
          </ac:spMkLst>
        </pc:spChg>
        <pc:spChg chg="mod">
          <ac:chgData name="Antonio Sulfaro" userId="3349b1de-6c87-491d-80c8-cd0051b6cb0d" providerId="ADAL" clId="{4E1F1241-58AC-4486-8328-D81B9BDA2115}" dt="2026-07-20T11:22:08.730" v="6247" actId="1037"/>
          <ac:spMkLst>
            <pc:docMk/>
            <pc:sldMk cId="3775086936" sldId="293"/>
            <ac:spMk id="30" creationId="{512E7CAD-912B-C9D0-F887-21F2711B2469}"/>
          </ac:spMkLst>
        </pc:spChg>
        <pc:spChg chg="mod">
          <ac:chgData name="Antonio Sulfaro" userId="3349b1de-6c87-491d-80c8-cd0051b6cb0d" providerId="ADAL" clId="{4E1F1241-58AC-4486-8328-D81B9BDA2115}" dt="2026-07-13T11:51:30.601" v="404" actId="20577"/>
          <ac:spMkLst>
            <pc:docMk/>
            <pc:sldMk cId="3775086936" sldId="293"/>
            <ac:spMk id="33" creationId="{BC96147D-54DC-3F2D-EC88-169A9C9DBDA1}"/>
          </ac:spMkLst>
        </pc:spChg>
        <pc:spChg chg="mod">
          <ac:chgData name="Antonio Sulfaro" userId="3349b1de-6c87-491d-80c8-cd0051b6cb0d" providerId="ADAL" clId="{4E1F1241-58AC-4486-8328-D81B9BDA2115}" dt="2026-07-13T12:11:34.496" v="1179" actId="20577"/>
          <ac:spMkLst>
            <pc:docMk/>
            <pc:sldMk cId="3775086936" sldId="293"/>
            <ac:spMk id="45" creationId="{A0A6F545-CA3C-4E32-1766-FDDAE30BFF1D}"/>
          </ac:spMkLst>
        </pc:spChg>
        <pc:spChg chg="mod">
          <ac:chgData name="Antonio Sulfaro" userId="3349b1de-6c87-491d-80c8-cd0051b6cb0d" providerId="ADAL" clId="{4E1F1241-58AC-4486-8328-D81B9BDA2115}" dt="2026-07-13T12:12:12.649" v="1222" actId="14100"/>
          <ac:spMkLst>
            <pc:docMk/>
            <pc:sldMk cId="3775086936" sldId="293"/>
            <ac:spMk id="54" creationId="{518E6AD9-F2AC-55F1-7587-949DDBE9AC72}"/>
          </ac:spMkLst>
        </pc:spChg>
      </pc:sldChg>
      <pc:sldChg chg="modSp mod modNotesTx">
        <pc:chgData name="Antonio Sulfaro" userId="3349b1de-6c87-491d-80c8-cd0051b6cb0d" providerId="ADAL" clId="{4E1F1241-58AC-4486-8328-D81B9BDA2115}" dt="2026-07-20T12:09:11.234" v="6372" actId="20577"/>
        <pc:sldMkLst>
          <pc:docMk/>
          <pc:sldMk cId="1250366150" sldId="295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3" creationId="{32833DBF-BB33-15E3-F036-D26AF9B394B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10" creationId="{B88D2FCF-3408-D6F3-83E9-BDDCD6116064}"/>
          </ac:spMkLst>
        </pc:spChg>
        <pc:spChg chg="mod">
          <ac:chgData name="Antonio Sulfaro" userId="3349b1de-6c87-491d-80c8-cd0051b6cb0d" providerId="ADAL" clId="{4E1F1241-58AC-4486-8328-D81B9BDA2115}" dt="2026-07-13T12:10:52.536" v="1150"/>
          <ac:spMkLst>
            <pc:docMk/>
            <pc:sldMk cId="1250366150" sldId="295"/>
            <ac:spMk id="26" creationId="{7318DD1B-E394-9F0E-B11D-F637DC58FB0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28" creationId="{80245F6C-4B3B-2194-A178-259667619F9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31" creationId="{9084802B-B30D-4C58-39D0-5F027AA5AD7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49" creationId="{962F7366-FF78-8F2E-E37B-42B2CD9EAF27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55" creationId="{86E4E7B4-FEE9-8E2F-A13B-D0ADE80753A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61" creationId="{70772CBC-7B35-8B30-838E-3217F22F846B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69" creationId="{8464DC9A-F40F-3C3B-F1AE-1451442EC5F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70" creationId="{4F837506-7DE9-3A8E-6E66-B7F67F6355A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50366150" sldId="295"/>
            <ac:spMk id="72" creationId="{305A0E4B-3795-FAEE-3836-1286AF8E09F2}"/>
          </ac:spMkLst>
        </pc:spChg>
        <pc:spChg chg="mod">
          <ac:chgData name="Antonio Sulfaro" userId="3349b1de-6c87-491d-80c8-cd0051b6cb0d" providerId="ADAL" clId="{4E1F1241-58AC-4486-8328-D81B9BDA2115}" dt="2026-07-16T16:21:10.944" v="5622" actId="404"/>
          <ac:spMkLst>
            <pc:docMk/>
            <pc:sldMk cId="1250366150" sldId="295"/>
            <ac:spMk id="85" creationId="{35732916-39D0-FEC0-C199-9BC9C19C4BB1}"/>
          </ac:spMkLst>
        </pc:spChg>
        <pc:spChg chg="mod">
          <ac:chgData name="Antonio Sulfaro" userId="3349b1de-6c87-491d-80c8-cd0051b6cb0d" providerId="ADAL" clId="{4E1F1241-58AC-4486-8328-D81B9BDA2115}" dt="2026-07-13T12:32:11.875" v="2025" actId="20577"/>
          <ac:spMkLst>
            <pc:docMk/>
            <pc:sldMk cId="1250366150" sldId="295"/>
            <ac:spMk id="134" creationId="{8BB9C88B-6D43-27E1-3B95-463F46826303}"/>
          </ac:spMkLst>
        </pc:spChg>
        <pc:spChg chg="mod">
          <ac:chgData name="Antonio Sulfaro" userId="3349b1de-6c87-491d-80c8-cd0051b6cb0d" providerId="ADAL" clId="{4E1F1241-58AC-4486-8328-D81B9BDA2115}" dt="2026-07-13T12:32:22.356" v="2027"/>
          <ac:spMkLst>
            <pc:docMk/>
            <pc:sldMk cId="1250366150" sldId="295"/>
            <ac:spMk id="161" creationId="{B7567AEC-E7D0-52E8-70C1-05EEC1D14D34}"/>
          </ac:spMkLst>
        </pc:spChg>
        <pc:spChg chg="mod modVis">
          <ac:chgData name="Antonio Sulfaro" userId="3349b1de-6c87-491d-80c8-cd0051b6cb0d" providerId="ADAL" clId="{4E1F1241-58AC-4486-8328-D81B9BDA2115}" dt="2026-07-18T13:19:12.065" v="6048" actId="33935"/>
          <ac:spMkLst>
            <pc:docMk/>
            <pc:sldMk cId="1250366150" sldId="295"/>
            <ac:spMk id="181" creationId="{995823DF-AA75-D8CB-D551-86758606CEDA}"/>
          </ac:spMkLst>
        </pc:spChg>
        <pc:grpChg chg="mod modVis">
          <ac:chgData name="Antonio Sulfaro" userId="3349b1de-6c87-491d-80c8-cd0051b6cb0d" providerId="ADAL" clId="{4E1F1241-58AC-4486-8328-D81B9BDA2115}" dt="2026-07-18T13:19:12.065" v="6048" actId="33935"/>
          <ac:grpSpMkLst>
            <pc:docMk/>
            <pc:sldMk cId="1250366150" sldId="295"/>
            <ac:grpSpMk id="157" creationId="{E67B01A0-FB29-E9C3-7B8A-12D05D6B9C92}"/>
          </ac:grpSpMkLst>
        </pc:grpChg>
        <pc:grpChg chg="mod modVis">
          <ac:chgData name="Antonio Sulfaro" userId="3349b1de-6c87-491d-80c8-cd0051b6cb0d" providerId="ADAL" clId="{4E1F1241-58AC-4486-8328-D81B9BDA2115}" dt="2026-07-18T13:19:12.065" v="6048" actId="33935"/>
          <ac:grpSpMkLst>
            <pc:docMk/>
            <pc:sldMk cId="1250366150" sldId="295"/>
            <ac:grpSpMk id="172" creationId="{CEF476A4-1389-99CD-F04C-709B484687DC}"/>
          </ac:grpSpMkLst>
        </pc:grpChg>
        <pc:picChg chg="mod modVis">
          <ac:chgData name="Antonio Sulfaro" userId="3349b1de-6c87-491d-80c8-cd0051b6cb0d" providerId="ADAL" clId="{4E1F1241-58AC-4486-8328-D81B9BDA2115}" dt="2026-07-20T11:23:36.980" v="6250" actId="14430"/>
          <ac:picMkLst>
            <pc:docMk/>
            <pc:sldMk cId="1250366150" sldId="295"/>
            <ac:picMk id="23" creationId="{8CCED4EF-E9BA-3A84-AD0B-945E24A0E63E}"/>
          </ac:picMkLst>
        </pc:picChg>
      </pc:sldChg>
      <pc:sldChg chg="addSp delSp modSp mod modNotesTx">
        <pc:chgData name="Antonio Sulfaro" userId="3349b1de-6c87-491d-80c8-cd0051b6cb0d" providerId="ADAL" clId="{4E1F1241-58AC-4486-8328-D81B9BDA2115}" dt="2026-07-20T12:09:29.079" v="6373" actId="20577"/>
        <pc:sldMkLst>
          <pc:docMk/>
          <pc:sldMk cId="1339015459" sldId="296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339015459" sldId="296"/>
            <ac:spMk id="2" creationId="{469FE23A-B7C7-FBD9-1F26-6DE532DD6021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339015459" sldId="296"/>
            <ac:spMk id="3" creationId="{342D4D14-7918-0CE4-5164-08D8EA5882CF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339015459" sldId="296"/>
            <ac:spMk id="6" creationId="{E4FE362B-90EA-8DDD-ED53-3DC866CA4646}"/>
          </ac:spMkLst>
        </pc:spChg>
        <pc:spChg chg="add mod">
          <ac:chgData name="Antonio Sulfaro" userId="3349b1de-6c87-491d-80c8-cd0051b6cb0d" providerId="ADAL" clId="{4E1F1241-58AC-4486-8328-D81B9BDA2115}" dt="2026-07-16T15:42:56.965" v="4624" actId="1037"/>
          <ac:spMkLst>
            <pc:docMk/>
            <pc:sldMk cId="1339015459" sldId="296"/>
            <ac:spMk id="11" creationId="{CA4A19ED-DA52-12A8-9FEF-B53D8553D652}"/>
          </ac:spMkLst>
        </pc:spChg>
        <pc:spChg chg="mod">
          <ac:chgData name="Antonio Sulfaro" userId="3349b1de-6c87-491d-80c8-cd0051b6cb0d" providerId="ADAL" clId="{4E1F1241-58AC-4486-8328-D81B9BDA2115}" dt="2026-07-13T12:20:26.151" v="1615" actId="20577"/>
          <ac:spMkLst>
            <pc:docMk/>
            <pc:sldMk cId="1339015459" sldId="296"/>
            <ac:spMk id="15" creationId="{BB4D4035-5B3D-8549-7D28-973BB29930D1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339015459" sldId="296"/>
            <ac:spMk id="18" creationId="{9D848671-741C-58BE-4000-84BD8AFB20F1}"/>
          </ac:spMkLst>
        </pc:spChg>
        <pc:spChg chg="add mod">
          <ac:chgData name="Antonio Sulfaro" userId="3349b1de-6c87-491d-80c8-cd0051b6cb0d" providerId="ADAL" clId="{4E1F1241-58AC-4486-8328-D81B9BDA2115}" dt="2026-07-16T15:42:56.965" v="4624" actId="1037"/>
          <ac:spMkLst>
            <pc:docMk/>
            <pc:sldMk cId="1339015459" sldId="296"/>
            <ac:spMk id="19" creationId="{B6F0A495-FC91-A799-1702-7CE1E4C245B7}"/>
          </ac:spMkLst>
        </pc:spChg>
        <pc:spChg chg="mod">
          <ac:chgData name="Antonio Sulfaro" userId="3349b1de-6c87-491d-80c8-cd0051b6cb0d" providerId="ADAL" clId="{4E1F1241-58AC-4486-8328-D81B9BDA2115}" dt="2026-07-16T15:42:42.775" v="4575" actId="1037"/>
          <ac:spMkLst>
            <pc:docMk/>
            <pc:sldMk cId="1339015459" sldId="296"/>
            <ac:spMk id="22" creationId="{B6912403-AED2-CF23-E74E-05F580D406F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339015459" sldId="296"/>
            <ac:spMk id="25" creationId="{9B0AD241-3175-5E39-32D5-9578D5B32DCD}"/>
          </ac:spMkLst>
        </pc:spChg>
        <pc:spChg chg="mod">
          <ac:chgData name="Antonio Sulfaro" userId="3349b1de-6c87-491d-80c8-cd0051b6cb0d" providerId="ADAL" clId="{4E1F1241-58AC-4486-8328-D81B9BDA2115}" dt="2026-07-13T12:23:32.270" v="1707" actId="20577"/>
          <ac:spMkLst>
            <pc:docMk/>
            <pc:sldMk cId="1339015459" sldId="296"/>
            <ac:spMk id="26" creationId="{546AAC95-5B87-92EE-1CCB-0C802EEB3945}"/>
          </ac:spMkLst>
        </pc:spChg>
        <pc:spChg chg="mod">
          <ac:chgData name="Antonio Sulfaro" userId="3349b1de-6c87-491d-80c8-cd0051b6cb0d" providerId="ADAL" clId="{4E1F1241-58AC-4486-8328-D81B9BDA2115}" dt="2026-07-13T12:19:54.466" v="1588" actId="20577"/>
          <ac:spMkLst>
            <pc:docMk/>
            <pc:sldMk cId="1339015459" sldId="296"/>
            <ac:spMk id="27" creationId="{C348150D-AA9A-0284-A3E0-B91071673A0B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339015459" sldId="296"/>
            <ac:spMk id="28" creationId="{7178C86E-7D37-3A3F-C89A-86B66A119162}"/>
          </ac:spMkLst>
        </pc:spChg>
        <pc:spChg chg="mod">
          <ac:chgData name="Antonio Sulfaro" userId="3349b1de-6c87-491d-80c8-cd0051b6cb0d" providerId="ADAL" clId="{4E1F1241-58AC-4486-8328-D81B9BDA2115}" dt="2026-07-16T15:42:42.775" v="4575" actId="1037"/>
          <ac:spMkLst>
            <pc:docMk/>
            <pc:sldMk cId="1339015459" sldId="296"/>
            <ac:spMk id="33" creationId="{B95DEC61-C1E9-BA1E-A706-82D33CCEF41F}"/>
          </ac:spMkLst>
        </pc:spChg>
        <pc:spChg chg="mod">
          <ac:chgData name="Antonio Sulfaro" userId="3349b1de-6c87-491d-80c8-cd0051b6cb0d" providerId="ADAL" clId="{4E1F1241-58AC-4486-8328-D81B9BDA2115}" dt="2026-07-13T12:20:10.538" v="1600" actId="1076"/>
          <ac:spMkLst>
            <pc:docMk/>
            <pc:sldMk cId="1339015459" sldId="296"/>
            <ac:spMk id="35" creationId="{5F236A06-72D8-CA55-F0D2-B5206FEA7E41}"/>
          </ac:spMkLst>
        </pc:spChg>
        <pc:picChg chg="add mod">
          <ac:chgData name="Antonio Sulfaro" userId="3349b1de-6c87-491d-80c8-cd0051b6cb0d" providerId="ADAL" clId="{4E1F1241-58AC-4486-8328-D81B9BDA2115}" dt="2026-07-16T15:42:56.965" v="4624" actId="1037"/>
          <ac:picMkLst>
            <pc:docMk/>
            <pc:sldMk cId="1339015459" sldId="296"/>
            <ac:picMk id="7" creationId="{978FFD97-F3C4-6CD4-7232-509C50956ED7}"/>
          </ac:picMkLst>
        </pc:picChg>
        <pc:picChg chg="mod">
          <ac:chgData name="Antonio Sulfaro" userId="3349b1de-6c87-491d-80c8-cd0051b6cb0d" providerId="ADAL" clId="{4E1F1241-58AC-4486-8328-D81B9BDA2115}" dt="2026-07-16T15:42:42.775" v="4575" actId="1037"/>
          <ac:picMkLst>
            <pc:docMk/>
            <pc:sldMk cId="1339015459" sldId="296"/>
            <ac:picMk id="10" creationId="{F9E81ADD-5665-098A-319F-48BE479425E4}"/>
          </ac:picMkLst>
        </pc:picChg>
      </pc:sldChg>
      <pc:sldChg chg="modSp mod modNotesTx">
        <pc:chgData name="Antonio Sulfaro" userId="3349b1de-6c87-491d-80c8-cd0051b6cb0d" providerId="ADAL" clId="{4E1F1241-58AC-4486-8328-D81B9BDA2115}" dt="2026-07-20T12:09:43.398" v="6374" actId="20577"/>
        <pc:sldMkLst>
          <pc:docMk/>
          <pc:sldMk cId="1853096832" sldId="297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853096832" sldId="297"/>
            <ac:spMk id="2" creationId="{9ABF26F3-6DA3-9F46-E593-306DCB16F55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853096832" sldId="297"/>
            <ac:spMk id="3" creationId="{41F172F1-AEB8-023A-D479-94D39CEC68D3}"/>
          </ac:spMkLst>
        </pc:spChg>
        <pc:spChg chg="mod modVis">
          <ac:chgData name="Antonio Sulfaro" userId="3349b1de-6c87-491d-80c8-cd0051b6cb0d" providerId="ADAL" clId="{4E1F1241-58AC-4486-8328-D81B9BDA2115}" dt="2026-07-20T11:24:36.747" v="6284" actId="1038"/>
          <ac:spMkLst>
            <pc:docMk/>
            <pc:sldMk cId="1853096832" sldId="297"/>
            <ac:spMk id="5" creationId="{6E469CF8-C644-DD30-4DBF-92EB11CFCF3C}"/>
          </ac:spMkLst>
        </pc:spChg>
        <pc:spChg chg="mod">
          <ac:chgData name="Antonio Sulfaro" userId="3349b1de-6c87-491d-80c8-cd0051b6cb0d" providerId="ADAL" clId="{4E1F1241-58AC-4486-8328-D81B9BDA2115}" dt="2026-07-20T11:12:19.023" v="6198" actId="14100"/>
          <ac:spMkLst>
            <pc:docMk/>
            <pc:sldMk cId="1853096832" sldId="297"/>
            <ac:spMk id="6" creationId="{27146233-FF3F-7A39-FBB3-80B4432FE9B4}"/>
          </ac:spMkLst>
        </pc:spChg>
        <pc:spChg chg="mod modVis">
          <ac:chgData name="Antonio Sulfaro" userId="3349b1de-6c87-491d-80c8-cd0051b6cb0d" providerId="ADAL" clId="{4E1F1241-58AC-4486-8328-D81B9BDA2115}" dt="2026-07-20T11:24:21.072" v="6273" actId="14430"/>
          <ac:spMkLst>
            <pc:docMk/>
            <pc:sldMk cId="1853096832" sldId="297"/>
            <ac:spMk id="7" creationId="{09F5F616-DDFF-0AE4-4E1D-A4355C43BA7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853096832" sldId="297"/>
            <ac:spMk id="12" creationId="{6A707EDB-DFD3-1EBD-6AA2-A6F05E0487A1}"/>
          </ac:spMkLst>
        </pc:spChg>
        <pc:spChg chg="mod">
          <ac:chgData name="Antonio Sulfaro" userId="3349b1de-6c87-491d-80c8-cd0051b6cb0d" providerId="ADAL" clId="{4E1F1241-58AC-4486-8328-D81B9BDA2115}" dt="2026-07-14T09:07:34.489" v="3249" actId="207"/>
          <ac:spMkLst>
            <pc:docMk/>
            <pc:sldMk cId="1853096832" sldId="297"/>
            <ac:spMk id="13" creationId="{877E5595-3AE9-39CC-9822-5E6736FEADB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853096832" sldId="297"/>
            <ac:spMk id="14" creationId="{5AA349B4-DC78-B6AB-AE47-C1F9BDE54B6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853096832" sldId="297"/>
            <ac:spMk id="15" creationId="{2DCB1DF2-721F-4702-5436-C90FBECD53DD}"/>
          </ac:spMkLst>
        </pc:spChg>
        <pc:spChg chg="mod">
          <ac:chgData name="Antonio Sulfaro" userId="3349b1de-6c87-491d-80c8-cd0051b6cb0d" providerId="ADAL" clId="{4E1F1241-58AC-4486-8328-D81B9BDA2115}" dt="2026-07-14T09:07:37.605" v="3250" actId="207"/>
          <ac:spMkLst>
            <pc:docMk/>
            <pc:sldMk cId="1853096832" sldId="297"/>
            <ac:spMk id="17" creationId="{8E34DB34-F8DE-C0A5-37B7-6619A02FD564}"/>
          </ac:spMkLst>
        </pc:spChg>
        <pc:spChg chg="mod">
          <ac:chgData name="Antonio Sulfaro" userId="3349b1de-6c87-491d-80c8-cd0051b6cb0d" providerId="ADAL" clId="{4E1F1241-58AC-4486-8328-D81B9BDA2115}" dt="2026-07-13T12:23:37.104" v="1708"/>
          <ac:spMkLst>
            <pc:docMk/>
            <pc:sldMk cId="1853096832" sldId="297"/>
            <ac:spMk id="26" creationId="{92AE26B6-FC38-5BDC-6466-CDF08075D2A6}"/>
          </ac:spMkLst>
        </pc:spChg>
      </pc:sldChg>
      <pc:sldChg chg="modSp mod modAnim modNotesTx">
        <pc:chgData name="Antonio Sulfaro" userId="3349b1de-6c87-491d-80c8-cd0051b6cb0d" providerId="ADAL" clId="{4E1F1241-58AC-4486-8328-D81B9BDA2115}" dt="2026-07-20T12:10:04.816" v="6376" actId="20577"/>
        <pc:sldMkLst>
          <pc:docMk/>
          <pc:sldMk cId="1518017099" sldId="298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518017099" sldId="298"/>
            <ac:spMk id="2" creationId="{D4235AAF-C3F6-627B-7897-ACE7BA796FFD}"/>
          </ac:spMkLst>
        </pc:spChg>
        <pc:spChg chg="mod modVis">
          <ac:chgData name="Antonio Sulfaro" userId="3349b1de-6c87-491d-80c8-cd0051b6cb0d" providerId="ADAL" clId="{4E1F1241-58AC-4486-8328-D81B9BDA2115}" dt="2026-07-16T14:28:23.046" v="3370" actId="14429"/>
          <ac:spMkLst>
            <pc:docMk/>
            <pc:sldMk cId="1518017099" sldId="298"/>
            <ac:spMk id="4" creationId="{90E65136-6F0F-0851-A013-906E3471AB98}"/>
          </ac:spMkLst>
        </pc:spChg>
        <pc:spChg chg="mod modVis">
          <ac:chgData name="Antonio Sulfaro" userId="3349b1de-6c87-491d-80c8-cd0051b6cb0d" providerId="ADAL" clId="{4E1F1241-58AC-4486-8328-D81B9BDA2115}" dt="2026-07-20T11:24:56.721" v="6291" actId="1038"/>
          <ac:spMkLst>
            <pc:docMk/>
            <pc:sldMk cId="1518017099" sldId="298"/>
            <ac:spMk id="5" creationId="{25F7EAA8-8F2B-1E30-8A23-BADBF4053735}"/>
          </ac:spMkLst>
        </pc:spChg>
        <pc:spChg chg="mod modVis">
          <ac:chgData name="Antonio Sulfaro" userId="3349b1de-6c87-491d-80c8-cd0051b6cb0d" providerId="ADAL" clId="{4E1F1241-58AC-4486-8328-D81B9BDA2115}" dt="2026-07-14T10:03:15.973" v="3303" actId="33935"/>
          <ac:spMkLst>
            <pc:docMk/>
            <pc:sldMk cId="1518017099" sldId="298"/>
            <ac:spMk id="6" creationId="{8C5C2240-54B2-9241-F8FB-A8D9EC177CD7}"/>
          </ac:spMkLst>
        </pc:spChg>
        <pc:spChg chg="mod modVis">
          <ac:chgData name="Antonio Sulfaro" userId="3349b1de-6c87-491d-80c8-cd0051b6cb0d" providerId="ADAL" clId="{4E1F1241-58AC-4486-8328-D81B9BDA2115}" dt="2026-07-14T09:08:19.244" v="3253" actId="207"/>
          <ac:spMkLst>
            <pc:docMk/>
            <pc:sldMk cId="1518017099" sldId="298"/>
            <ac:spMk id="11" creationId="{E7A282C4-0B93-51AB-4B39-D340C260C017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518017099" sldId="298"/>
            <ac:spMk id="12" creationId="{4D13B18A-71CC-CCF0-70DC-DDA0B25EAEC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518017099" sldId="298"/>
            <ac:spMk id="14" creationId="{85DEC97E-94F7-512C-B0A5-F4B70CB482E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518017099" sldId="298"/>
            <ac:spMk id="15" creationId="{AA140792-43AF-CF16-2F96-AB1022D92A1B}"/>
          </ac:spMkLst>
        </pc:spChg>
        <pc:spChg chg="mod modVis">
          <ac:chgData name="Antonio Sulfaro" userId="3349b1de-6c87-491d-80c8-cd0051b6cb0d" providerId="ADAL" clId="{4E1F1241-58AC-4486-8328-D81B9BDA2115}" dt="2026-07-14T09:59:14.280" v="3286" actId="14429"/>
          <ac:spMkLst>
            <pc:docMk/>
            <pc:sldMk cId="1518017099" sldId="298"/>
            <ac:spMk id="20" creationId="{E89A034A-8E08-E2AB-22E3-CAC7FA3E3077}"/>
          </ac:spMkLst>
        </pc:spChg>
        <pc:spChg chg="mod modVis">
          <ac:chgData name="Antonio Sulfaro" userId="3349b1de-6c87-491d-80c8-cd0051b6cb0d" providerId="ADAL" clId="{4E1F1241-58AC-4486-8328-D81B9BDA2115}" dt="2026-07-14T09:08:21.350" v="3254" actId="14429"/>
          <ac:spMkLst>
            <pc:docMk/>
            <pc:sldMk cId="1518017099" sldId="298"/>
            <ac:spMk id="21" creationId="{AE038D74-C32C-4EA5-0B4F-5BE7253C17B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518017099" sldId="298"/>
            <ac:spMk id="25" creationId="{2FA73884-AF64-FE49-7EA6-B6044E6736BE}"/>
          </ac:spMkLst>
        </pc:spChg>
        <pc:spChg chg="mod">
          <ac:chgData name="Antonio Sulfaro" userId="3349b1de-6c87-491d-80c8-cd0051b6cb0d" providerId="ADAL" clId="{4E1F1241-58AC-4486-8328-D81B9BDA2115}" dt="2026-07-13T12:23:39.527" v="1709"/>
          <ac:spMkLst>
            <pc:docMk/>
            <pc:sldMk cId="1518017099" sldId="298"/>
            <ac:spMk id="26" creationId="{8214FB07-3697-24DE-FE17-CAA0B086EE2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518017099" sldId="298"/>
            <ac:spMk id="28" creationId="{E44B448B-0468-35B2-8084-CD0B49746584}"/>
          </ac:spMkLst>
        </pc:spChg>
      </pc:sldChg>
      <pc:sldChg chg="modSp mod modAnim modNotesTx">
        <pc:chgData name="Antonio Sulfaro" userId="3349b1de-6c87-491d-80c8-cd0051b6cb0d" providerId="ADAL" clId="{4E1F1241-58AC-4486-8328-D81B9BDA2115}" dt="2026-07-20T12:10:24.266" v="6379" actId="20577"/>
        <pc:sldMkLst>
          <pc:docMk/>
          <pc:sldMk cId="1717003372" sldId="299"/>
        </pc:sldMkLst>
        <pc:spChg chg="mod">
          <ac:chgData name="Antonio Sulfaro" userId="3349b1de-6c87-491d-80c8-cd0051b6cb0d" providerId="ADAL" clId="{4E1F1241-58AC-4486-8328-D81B9BDA2115}" dt="2026-07-20T11:25:02.850" v="6296" actId="1038"/>
          <ac:spMkLst>
            <pc:docMk/>
            <pc:sldMk cId="1717003372" sldId="299"/>
            <ac:spMk id="5" creationId="{F73F782D-8F26-2CC7-99F9-CF53A286709C}"/>
          </ac:spMkLst>
        </pc:spChg>
        <pc:spChg chg="mod">
          <ac:chgData name="Antonio Sulfaro" userId="3349b1de-6c87-491d-80c8-cd0051b6cb0d" providerId="ADAL" clId="{4E1F1241-58AC-4486-8328-D81B9BDA2115}" dt="2026-07-13T12:55:16.672" v="3065" actId="20577"/>
          <ac:spMkLst>
            <pc:docMk/>
            <pc:sldMk cId="1717003372" sldId="299"/>
            <ac:spMk id="6" creationId="{508C0736-2304-9E77-0AF6-10A627ABBB4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17003372" sldId="299"/>
            <ac:spMk id="7" creationId="{27ED5B34-3B66-C727-2979-9CA3B2DD85D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17003372" sldId="299"/>
            <ac:spMk id="14" creationId="{04A6C203-BCF6-994C-307A-789EC55A2C8E}"/>
          </ac:spMkLst>
        </pc:spChg>
        <pc:spChg chg="mod">
          <ac:chgData name="Antonio Sulfaro" userId="3349b1de-6c87-491d-80c8-cd0051b6cb0d" providerId="ADAL" clId="{4E1F1241-58AC-4486-8328-D81B9BDA2115}" dt="2026-07-13T12:42:11.267" v="2556" actId="20577"/>
          <ac:spMkLst>
            <pc:docMk/>
            <pc:sldMk cId="1717003372" sldId="299"/>
            <ac:spMk id="15" creationId="{7A7F9B5C-4B2D-872C-32FA-7F5EE5CF1558}"/>
          </ac:spMkLst>
        </pc:spChg>
        <pc:spChg chg="mod">
          <ac:chgData name="Antonio Sulfaro" userId="3349b1de-6c87-491d-80c8-cd0051b6cb0d" providerId="ADAL" clId="{4E1F1241-58AC-4486-8328-D81B9BDA2115}" dt="2026-07-13T12:22:41.345" v="1635" actId="20577"/>
          <ac:spMkLst>
            <pc:docMk/>
            <pc:sldMk cId="1717003372" sldId="299"/>
            <ac:spMk id="17" creationId="{7B1C0CF4-07CF-F3B4-35C5-A4ACAB690706}"/>
          </ac:spMkLst>
        </pc:spChg>
        <pc:spChg chg="mod">
          <ac:chgData name="Antonio Sulfaro" userId="3349b1de-6c87-491d-80c8-cd0051b6cb0d" providerId="ADAL" clId="{4E1F1241-58AC-4486-8328-D81B9BDA2115}" dt="2026-07-13T12:23:42.373" v="1710"/>
          <ac:spMkLst>
            <pc:docMk/>
            <pc:sldMk cId="1717003372" sldId="299"/>
            <ac:spMk id="26" creationId="{5413F302-F519-F65B-F05D-7D542735255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717003372" sldId="299"/>
            <ac:spMk id="42" creationId="{AE480738-2682-B888-28D2-4FC72D110B2E}"/>
          </ac:spMkLst>
        </pc:spChg>
        <pc:spChg chg="mod">
          <ac:chgData name="Antonio Sulfaro" userId="3349b1de-6c87-491d-80c8-cd0051b6cb0d" providerId="ADAL" clId="{4E1F1241-58AC-4486-8328-D81B9BDA2115}" dt="2026-07-14T09:08:32.412" v="3256" actId="1035"/>
          <ac:spMkLst>
            <pc:docMk/>
            <pc:sldMk cId="1717003372" sldId="299"/>
            <ac:spMk id="60" creationId="{2041DD69-CB2E-973D-C69F-81E4753B38A3}"/>
          </ac:spMkLst>
        </pc:spChg>
        <pc:spChg chg="mod">
          <ac:chgData name="Antonio Sulfaro" userId="3349b1de-6c87-491d-80c8-cd0051b6cb0d" providerId="ADAL" clId="{4E1F1241-58AC-4486-8328-D81B9BDA2115}" dt="2026-07-13T12:22:54.779" v="1663" actId="20577"/>
          <ac:spMkLst>
            <pc:docMk/>
            <pc:sldMk cId="1717003372" sldId="299"/>
            <ac:spMk id="68" creationId="{A183844F-124C-BF5B-4D1E-7406F0B5F844}"/>
          </ac:spMkLst>
        </pc:spChg>
        <pc:spChg chg="mod">
          <ac:chgData name="Antonio Sulfaro" userId="3349b1de-6c87-491d-80c8-cd0051b6cb0d" providerId="ADAL" clId="{4E1F1241-58AC-4486-8328-D81B9BDA2115}" dt="2026-07-13T12:22:57.351" v="1667" actId="20577"/>
          <ac:spMkLst>
            <pc:docMk/>
            <pc:sldMk cId="1717003372" sldId="299"/>
            <ac:spMk id="70" creationId="{266D9877-B821-496B-E50C-EB0224141343}"/>
          </ac:spMkLst>
        </pc:spChg>
        <pc:spChg chg="mod">
          <ac:chgData name="Antonio Sulfaro" userId="3349b1de-6c87-491d-80c8-cd0051b6cb0d" providerId="ADAL" clId="{4E1F1241-58AC-4486-8328-D81B9BDA2115}" dt="2026-07-13T12:23:00.049" v="1671" actId="20577"/>
          <ac:spMkLst>
            <pc:docMk/>
            <pc:sldMk cId="1717003372" sldId="299"/>
            <ac:spMk id="72" creationId="{78C4CAB3-FEC4-34DB-F1A3-BF893CC6CF4A}"/>
          </ac:spMkLst>
        </pc:spChg>
        <pc:spChg chg="mod">
          <ac:chgData name="Antonio Sulfaro" userId="3349b1de-6c87-491d-80c8-cd0051b6cb0d" providerId="ADAL" clId="{4E1F1241-58AC-4486-8328-D81B9BDA2115}" dt="2026-07-13T12:41:00.131" v="2506" actId="113"/>
          <ac:spMkLst>
            <pc:docMk/>
            <pc:sldMk cId="1717003372" sldId="299"/>
            <ac:spMk id="74" creationId="{6B184C85-26BC-7766-24B0-B58DFFD12E67}"/>
          </ac:spMkLst>
        </pc:spChg>
        <pc:graphicFrameChg chg="mod">
          <ac:chgData name="Antonio Sulfaro" userId="3349b1de-6c87-491d-80c8-cd0051b6cb0d" providerId="ADAL" clId="{4E1F1241-58AC-4486-8328-D81B9BDA2115}" dt="2026-07-13T12:41:20.978" v="2507" actId="1076"/>
          <ac:graphicFrameMkLst>
            <pc:docMk/>
            <pc:sldMk cId="1717003372" sldId="299"/>
            <ac:graphicFrameMk id="9" creationId="{0829405E-B8C0-CC84-031D-C15855115668}"/>
          </ac:graphicFrameMkLst>
        </pc:graphicFrameChg>
      </pc:sldChg>
      <pc:sldChg chg="modSp mod modAnim modNotesTx">
        <pc:chgData name="Antonio Sulfaro" userId="3349b1de-6c87-491d-80c8-cd0051b6cb0d" providerId="ADAL" clId="{4E1F1241-58AC-4486-8328-D81B9BDA2115}" dt="2026-07-20T12:10:42.337" v="6382" actId="20577"/>
        <pc:sldMkLst>
          <pc:docMk/>
          <pc:sldMk cId="3379190926" sldId="300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2" creationId="{36D0146A-464C-EB05-FFAD-87C36884874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3" creationId="{C1A42235-AC43-065C-3F03-CFDF208F9F05}"/>
          </ac:spMkLst>
        </pc:spChg>
        <pc:spChg chg="mod">
          <ac:chgData name="Antonio Sulfaro" userId="3349b1de-6c87-491d-80c8-cd0051b6cb0d" providerId="ADAL" clId="{4E1F1241-58AC-4486-8328-D81B9BDA2115}" dt="2026-07-20T11:25:10.174" v="6303" actId="1038"/>
          <ac:spMkLst>
            <pc:docMk/>
            <pc:sldMk cId="3379190926" sldId="300"/>
            <ac:spMk id="5" creationId="{E1E83065-EAB1-F274-C048-6ACEE8640B2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6" creationId="{B51D033A-2BBD-AFBA-C6E9-44F65110A13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8" creationId="{2F8163C0-0F08-3E14-DD5F-59175F89F89E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14" creationId="{5CDA4DAA-4865-0AD0-7D99-1D4D81FDCAD7}"/>
          </ac:spMkLst>
        </pc:spChg>
        <pc:spChg chg="mod">
          <ac:chgData name="Antonio Sulfaro" userId="3349b1de-6c87-491d-80c8-cd0051b6cb0d" providerId="ADAL" clId="{4E1F1241-58AC-4486-8328-D81B9BDA2115}" dt="2026-07-16T14:29:10.749" v="3383" actId="20577"/>
          <ac:spMkLst>
            <pc:docMk/>
            <pc:sldMk cId="3379190926" sldId="300"/>
            <ac:spMk id="15" creationId="{77F6AB9D-C8BF-0581-78A9-4B5E82CAF2D6}"/>
          </ac:spMkLst>
        </pc:spChg>
        <pc:spChg chg="mod">
          <ac:chgData name="Antonio Sulfaro" userId="3349b1de-6c87-491d-80c8-cd0051b6cb0d" providerId="ADAL" clId="{4E1F1241-58AC-4486-8328-D81B9BDA2115}" dt="2026-07-14T08:52:00.751" v="3211" actId="20577"/>
          <ac:spMkLst>
            <pc:docMk/>
            <pc:sldMk cId="3379190926" sldId="300"/>
            <ac:spMk id="18" creationId="{22E0744D-C48B-6A42-FA33-2C423C3F7824}"/>
          </ac:spMkLst>
        </pc:spChg>
        <pc:spChg chg="mod">
          <ac:chgData name="Antonio Sulfaro" userId="3349b1de-6c87-491d-80c8-cd0051b6cb0d" providerId="ADAL" clId="{4E1F1241-58AC-4486-8328-D81B9BDA2115}" dt="2026-07-14T09:08:45.431" v="3257" actId="207"/>
          <ac:spMkLst>
            <pc:docMk/>
            <pc:sldMk cId="3379190926" sldId="300"/>
            <ac:spMk id="20" creationId="{5049ED72-ED22-5FE1-22B7-E4F45CEBBA7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22" creationId="{A41EDBC6-41AD-6C38-7E82-D0FC81306BB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3379190926" sldId="300"/>
            <ac:spMk id="25" creationId="{9CE0EC4E-7E89-9185-8D64-A3659D9823B8}"/>
          </ac:spMkLst>
        </pc:spChg>
        <pc:spChg chg="mod">
          <ac:chgData name="Antonio Sulfaro" userId="3349b1de-6c87-491d-80c8-cd0051b6cb0d" providerId="ADAL" clId="{4E1F1241-58AC-4486-8328-D81B9BDA2115}" dt="2026-07-13T12:23:45.612" v="1711"/>
          <ac:spMkLst>
            <pc:docMk/>
            <pc:sldMk cId="3379190926" sldId="300"/>
            <ac:spMk id="26" creationId="{4A784A0A-319F-6453-0D32-44CF7BE37211}"/>
          </ac:spMkLst>
        </pc:spChg>
        <pc:spChg chg="mod">
          <ac:chgData name="Antonio Sulfaro" userId="3349b1de-6c87-491d-80c8-cd0051b6cb0d" providerId="ADAL" clId="{4E1F1241-58AC-4486-8328-D81B9BDA2115}" dt="2026-07-14T08:52:15.954" v="3223" actId="1038"/>
          <ac:spMkLst>
            <pc:docMk/>
            <pc:sldMk cId="3379190926" sldId="300"/>
            <ac:spMk id="27" creationId="{5E99740C-5A99-EAE2-815A-7A41FCAE154E}"/>
          </ac:spMkLst>
        </pc:spChg>
        <pc:spChg chg="mod">
          <ac:chgData name="Antonio Sulfaro" userId="3349b1de-6c87-491d-80c8-cd0051b6cb0d" providerId="ADAL" clId="{4E1F1241-58AC-4486-8328-D81B9BDA2115}" dt="2026-07-20T11:25:07.129" v="6298" actId="1076"/>
          <ac:spMkLst>
            <pc:docMk/>
            <pc:sldMk cId="3379190926" sldId="300"/>
            <ac:spMk id="28" creationId="{23F24FC8-1389-B056-6879-700707AEDF2E}"/>
          </ac:spMkLst>
        </pc:spChg>
      </pc:sldChg>
      <pc:sldChg chg="addSp modSp mod addAnim delAnim modAnim">
        <pc:chgData name="Antonio Sulfaro" userId="3349b1de-6c87-491d-80c8-cd0051b6cb0d" providerId="ADAL" clId="{4E1F1241-58AC-4486-8328-D81B9BDA2115}" dt="2026-07-20T11:25:15.865" v="6307" actId="1038"/>
        <pc:sldMkLst>
          <pc:docMk/>
          <pc:sldMk cId="113170462" sldId="301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13170462" sldId="301"/>
            <ac:spMk id="4" creationId="{00A87FC5-AE93-0884-C2BA-79689E44743F}"/>
          </ac:spMkLst>
        </pc:spChg>
        <pc:spChg chg="mod">
          <ac:chgData name="Antonio Sulfaro" userId="3349b1de-6c87-491d-80c8-cd0051b6cb0d" providerId="ADAL" clId="{4E1F1241-58AC-4486-8328-D81B9BDA2115}" dt="2026-07-20T11:25:15.865" v="6307" actId="1038"/>
          <ac:spMkLst>
            <pc:docMk/>
            <pc:sldMk cId="113170462" sldId="301"/>
            <ac:spMk id="5" creationId="{53CAEC52-1A93-451D-CB9D-C32716A1B531}"/>
          </ac:spMkLst>
        </pc:spChg>
        <pc:spChg chg="mod">
          <ac:chgData name="Antonio Sulfaro" userId="3349b1de-6c87-491d-80c8-cd0051b6cb0d" providerId="ADAL" clId="{4E1F1241-58AC-4486-8328-D81B9BDA2115}" dt="2026-07-13T13:01:52.914" v="3137" actId="20577"/>
          <ac:spMkLst>
            <pc:docMk/>
            <pc:sldMk cId="113170462" sldId="301"/>
            <ac:spMk id="7" creationId="{80144204-F09E-9164-C72D-7361ADAF8CA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13170462" sldId="301"/>
            <ac:spMk id="8" creationId="{31E084AF-A2BC-12CE-A436-5BC3036BB74C}"/>
          </ac:spMkLst>
        </pc:spChg>
        <pc:spChg chg="mod">
          <ac:chgData name="Antonio Sulfaro" userId="3349b1de-6c87-491d-80c8-cd0051b6cb0d" providerId="ADAL" clId="{4E1F1241-58AC-4486-8328-D81B9BDA2115}" dt="2026-07-13T13:01:57.305" v="3141" actId="20577"/>
          <ac:spMkLst>
            <pc:docMk/>
            <pc:sldMk cId="113170462" sldId="301"/>
            <ac:spMk id="10" creationId="{C7353C01-38DF-8607-444F-EEEB755BC65A}"/>
          </ac:spMkLst>
        </pc:spChg>
        <pc:spChg chg="mod">
          <ac:chgData name="Antonio Sulfaro" userId="3349b1de-6c87-491d-80c8-cd0051b6cb0d" providerId="ADAL" clId="{4E1F1241-58AC-4486-8328-D81B9BDA2115}" dt="2026-07-13T12:45:14.209" v="2718" actId="20577"/>
          <ac:spMkLst>
            <pc:docMk/>
            <pc:sldMk cId="113170462" sldId="301"/>
            <ac:spMk id="15" creationId="{0C8975A1-1D62-EF98-139C-B51F54376560}"/>
          </ac:spMkLst>
        </pc:spChg>
        <pc:spChg chg="mod">
          <ac:chgData name="Antonio Sulfaro" userId="3349b1de-6c87-491d-80c8-cd0051b6cb0d" providerId="ADAL" clId="{4E1F1241-58AC-4486-8328-D81B9BDA2115}" dt="2026-07-13T12:47:42.813" v="2829" actId="164"/>
          <ac:spMkLst>
            <pc:docMk/>
            <pc:sldMk cId="113170462" sldId="301"/>
            <ac:spMk id="17" creationId="{DC77DC16-B8D5-9917-BBCC-031252D200C9}"/>
          </ac:spMkLst>
        </pc:spChg>
        <pc:spChg chg="mod">
          <ac:chgData name="Antonio Sulfaro" userId="3349b1de-6c87-491d-80c8-cd0051b6cb0d" providerId="ADAL" clId="{4E1F1241-58AC-4486-8328-D81B9BDA2115}" dt="2026-07-13T12:47:46.784" v="2830" actId="164"/>
          <ac:spMkLst>
            <pc:docMk/>
            <pc:sldMk cId="113170462" sldId="301"/>
            <ac:spMk id="21" creationId="{ACF621E5-3656-10C4-B7D5-1AA827C11E7B}"/>
          </ac:spMkLst>
        </pc:spChg>
        <pc:spChg chg="mod">
          <ac:chgData name="Antonio Sulfaro" userId="3349b1de-6c87-491d-80c8-cd0051b6cb0d" providerId="ADAL" clId="{4E1F1241-58AC-4486-8328-D81B9BDA2115}" dt="2026-07-13T12:23:48.353" v="1712"/>
          <ac:spMkLst>
            <pc:docMk/>
            <pc:sldMk cId="113170462" sldId="301"/>
            <ac:spMk id="26" creationId="{3A35B33B-9716-CB40-54B5-B477EC111AF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13170462" sldId="301"/>
            <ac:spMk id="28" creationId="{185BE217-8247-ED39-A605-0C35D26BD16A}"/>
          </ac:spMkLst>
        </pc:spChg>
        <pc:spChg chg="mod">
          <ac:chgData name="Antonio Sulfaro" userId="3349b1de-6c87-491d-80c8-cd0051b6cb0d" providerId="ADAL" clId="{4E1F1241-58AC-4486-8328-D81B9BDA2115}" dt="2026-07-20T11:15:57.933" v="6219" actId="20577"/>
          <ac:spMkLst>
            <pc:docMk/>
            <pc:sldMk cId="113170462" sldId="301"/>
            <ac:spMk id="30" creationId="{826FE58F-CC75-5A33-0CBB-7183C6D7B798}"/>
          </ac:spMkLst>
        </pc:spChg>
        <pc:spChg chg="mod">
          <ac:chgData name="Antonio Sulfaro" userId="3349b1de-6c87-491d-80c8-cd0051b6cb0d" providerId="ADAL" clId="{4E1F1241-58AC-4486-8328-D81B9BDA2115}" dt="2026-07-14T09:08:50.647" v="3258" actId="207"/>
          <ac:spMkLst>
            <pc:docMk/>
            <pc:sldMk cId="113170462" sldId="301"/>
            <ac:spMk id="31" creationId="{C8636393-D450-1A64-8BBA-A4A3A3C7453D}"/>
          </ac:spMkLst>
        </pc:spChg>
        <pc:spChg chg="mod">
          <ac:chgData name="Antonio Sulfaro" userId="3349b1de-6c87-491d-80c8-cd0051b6cb0d" providerId="ADAL" clId="{4E1F1241-58AC-4486-8328-D81B9BDA2115}" dt="2026-07-14T09:08:53.499" v="3259" actId="207"/>
          <ac:spMkLst>
            <pc:docMk/>
            <pc:sldMk cId="113170462" sldId="301"/>
            <ac:spMk id="32" creationId="{532E84C6-3E5D-64D1-C002-7CDFD0998935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13170462" sldId="301"/>
            <ac:spMk id="34" creationId="{40CD8070-C48B-1AFE-4333-2D5EE2FAAD9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13170462" sldId="301"/>
            <ac:spMk id="41" creationId="{06FF878A-5D87-8B19-81DC-06F30AFABEA7}"/>
          </ac:spMkLst>
        </pc:spChg>
        <pc:grpChg chg="add mod">
          <ac:chgData name="Antonio Sulfaro" userId="3349b1de-6c87-491d-80c8-cd0051b6cb0d" providerId="ADAL" clId="{4E1F1241-58AC-4486-8328-D81B9BDA2115}" dt="2026-07-20T11:16:08.723" v="6234" actId="1035"/>
          <ac:grpSpMkLst>
            <pc:docMk/>
            <pc:sldMk cId="113170462" sldId="301"/>
            <ac:grpSpMk id="9" creationId="{50DD9EEB-053F-2995-E9F9-A22EE3758E17}"/>
          </ac:grpSpMkLst>
        </pc:grpChg>
        <pc:grpChg chg="add mod">
          <ac:chgData name="Antonio Sulfaro" userId="3349b1de-6c87-491d-80c8-cd0051b6cb0d" providerId="ADAL" clId="{4E1F1241-58AC-4486-8328-D81B9BDA2115}" dt="2026-07-20T11:16:08.723" v="6234" actId="1035"/>
          <ac:grpSpMkLst>
            <pc:docMk/>
            <pc:sldMk cId="113170462" sldId="301"/>
            <ac:grpSpMk id="13" creationId="{73E4DFBD-9363-488D-39EA-EA9D3B99E4C5}"/>
          </ac:grpSpMkLst>
        </pc:grpChg>
        <pc:picChg chg="mod">
          <ac:chgData name="Antonio Sulfaro" userId="3349b1de-6c87-491d-80c8-cd0051b6cb0d" providerId="ADAL" clId="{4E1F1241-58AC-4486-8328-D81B9BDA2115}" dt="2026-07-13T12:47:42.813" v="2829" actId="164"/>
          <ac:picMkLst>
            <pc:docMk/>
            <pc:sldMk cId="113170462" sldId="301"/>
            <ac:picMk id="11" creationId="{0F18E6C7-A442-D25C-C364-B84F8377E536}"/>
          </ac:picMkLst>
        </pc:picChg>
        <pc:picChg chg="mod">
          <ac:chgData name="Antonio Sulfaro" userId="3349b1de-6c87-491d-80c8-cd0051b6cb0d" providerId="ADAL" clId="{4E1F1241-58AC-4486-8328-D81B9BDA2115}" dt="2026-07-13T12:47:46.784" v="2830" actId="164"/>
          <ac:picMkLst>
            <pc:docMk/>
            <pc:sldMk cId="113170462" sldId="301"/>
            <ac:picMk id="19" creationId="{219A95D1-5A4A-E48D-F70B-ACCA1CE796CA}"/>
          </ac:picMkLst>
        </pc:picChg>
      </pc:sldChg>
      <pc:sldChg chg="addSp delSp modSp mod modShow">
        <pc:chgData name="Antonio Sulfaro" userId="3349b1de-6c87-491d-80c8-cd0051b6cb0d" providerId="ADAL" clId="{4E1F1241-58AC-4486-8328-D81B9BDA2115}" dt="2026-07-16T16:16:17.689" v="5274" actId="21"/>
        <pc:sldMkLst>
          <pc:docMk/>
          <pc:sldMk cId="123954060" sldId="305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3954060" sldId="305"/>
            <ac:spMk id="3" creationId="{0C94BB50-AD92-6B32-66AE-978B850CD2A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3954060" sldId="305"/>
            <ac:spMk id="4" creationId="{FDB233A3-5561-CC44-7724-F5AF90C4C0C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3954060" sldId="305"/>
            <ac:spMk id="7" creationId="{D6FFB2C4-8255-C70C-9CA6-14EF2662985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3954060" sldId="305"/>
            <ac:spMk id="11" creationId="{CF6DEF12-C069-D3CF-3AA9-88BE322EF339}"/>
          </ac:spMkLst>
        </pc:spChg>
        <pc:spChg chg="mod">
          <ac:chgData name="Antonio Sulfaro" userId="3349b1de-6c87-491d-80c8-cd0051b6cb0d" providerId="ADAL" clId="{4E1F1241-58AC-4486-8328-D81B9BDA2115}" dt="2026-07-13T12:28:41.765" v="1856" actId="20577"/>
          <ac:spMkLst>
            <pc:docMk/>
            <pc:sldMk cId="123954060" sldId="305"/>
            <ac:spMk id="15" creationId="{9ECC5F3C-6F65-D7AA-D2C0-8C63719E0F39}"/>
          </ac:spMkLst>
        </pc:spChg>
        <pc:spChg chg="add del">
          <ac:chgData name="Antonio Sulfaro" userId="3349b1de-6c87-491d-80c8-cd0051b6cb0d" providerId="ADAL" clId="{4E1F1241-58AC-4486-8328-D81B9BDA2115}" dt="2026-07-16T16:16:17.689" v="5274" actId="21"/>
          <ac:spMkLst>
            <pc:docMk/>
            <pc:sldMk cId="123954060" sldId="305"/>
            <ac:spMk id="18" creationId="{DCB41A8A-DA76-0A9C-716C-17FB14C6AFC0}"/>
          </ac:spMkLst>
        </pc:spChg>
        <pc:spChg chg="mod">
          <ac:chgData name="Antonio Sulfaro" userId="3349b1de-6c87-491d-80c8-cd0051b6cb0d" providerId="ADAL" clId="{4E1F1241-58AC-4486-8328-D81B9BDA2115}" dt="2026-07-16T16:16:17.069" v="5273" actId="1037"/>
          <ac:spMkLst>
            <pc:docMk/>
            <pc:sldMk cId="123954060" sldId="305"/>
            <ac:spMk id="20" creationId="{0618ABA8-6A21-CC69-2A45-01B1D972676E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3954060" sldId="305"/>
            <ac:spMk id="25" creationId="{89F6D29B-7367-FC84-8574-873C23971FAB}"/>
          </ac:spMkLst>
        </pc:spChg>
        <pc:spChg chg="mod">
          <ac:chgData name="Antonio Sulfaro" userId="3349b1de-6c87-491d-80c8-cd0051b6cb0d" providerId="ADAL" clId="{4E1F1241-58AC-4486-8328-D81B9BDA2115}" dt="2026-07-13T12:10:49.615" v="1149"/>
          <ac:spMkLst>
            <pc:docMk/>
            <pc:sldMk cId="123954060" sldId="305"/>
            <ac:spMk id="26" creationId="{E68A0AFB-D389-7FD3-CAC5-811977D78EC1}"/>
          </ac:spMkLst>
        </pc:spChg>
        <pc:spChg chg="add del mod">
          <ac:chgData name="Antonio Sulfaro" userId="3349b1de-6c87-491d-80c8-cd0051b6cb0d" providerId="ADAL" clId="{4E1F1241-58AC-4486-8328-D81B9BDA2115}" dt="2026-07-16T16:16:17.689" v="5274" actId="21"/>
          <ac:spMkLst>
            <pc:docMk/>
            <pc:sldMk cId="123954060" sldId="305"/>
            <ac:spMk id="27" creationId="{04F4B21D-0962-E9AC-7564-04695038C796}"/>
          </ac:spMkLst>
        </pc:spChg>
        <pc:spChg chg="mod">
          <ac:chgData name="Antonio Sulfaro" userId="3349b1de-6c87-491d-80c8-cd0051b6cb0d" providerId="ADAL" clId="{4E1F1241-58AC-4486-8328-D81B9BDA2115}" dt="2026-07-16T16:16:17.069" v="5273" actId="1037"/>
          <ac:spMkLst>
            <pc:docMk/>
            <pc:sldMk cId="123954060" sldId="305"/>
            <ac:spMk id="31" creationId="{3268B8F1-D14B-2A85-532C-618A05850FD4}"/>
          </ac:spMkLst>
        </pc:spChg>
        <pc:spChg chg="mod">
          <ac:chgData name="Antonio Sulfaro" userId="3349b1de-6c87-491d-80c8-cd0051b6cb0d" providerId="ADAL" clId="{4E1F1241-58AC-4486-8328-D81B9BDA2115}" dt="2026-07-13T12:29:50.057" v="1931" actId="20577"/>
          <ac:spMkLst>
            <pc:docMk/>
            <pc:sldMk cId="123954060" sldId="305"/>
            <ac:spMk id="62" creationId="{FEF6D43C-8718-4055-E93D-2AA1CA0D170F}"/>
          </ac:spMkLst>
        </pc:spChg>
        <pc:spChg chg="mod">
          <ac:chgData name="Antonio Sulfaro" userId="3349b1de-6c87-491d-80c8-cd0051b6cb0d" providerId="ADAL" clId="{4E1F1241-58AC-4486-8328-D81B9BDA2115}" dt="2026-07-13T12:30:21.984" v="1957" actId="20577"/>
          <ac:spMkLst>
            <pc:docMk/>
            <pc:sldMk cId="123954060" sldId="305"/>
            <ac:spMk id="63" creationId="{769589B1-6026-9DB1-BBAC-43B3DF749AE5}"/>
          </ac:spMkLst>
        </pc:spChg>
        <pc:spChg chg="mod">
          <ac:chgData name="Antonio Sulfaro" userId="3349b1de-6c87-491d-80c8-cd0051b6cb0d" providerId="ADAL" clId="{4E1F1241-58AC-4486-8328-D81B9BDA2115}" dt="2026-07-13T12:31:02.930" v="1977" actId="20577"/>
          <ac:spMkLst>
            <pc:docMk/>
            <pc:sldMk cId="123954060" sldId="305"/>
            <ac:spMk id="75" creationId="{258889BB-E4FA-A44B-0CCF-FA042A52E59F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23954060" sldId="305"/>
            <ac:spMk id="100" creationId="{CF8F2B57-A41B-9A12-DA24-01CF259DBFCA}"/>
          </ac:spMkLst>
        </pc:spChg>
        <pc:spChg chg="mod">
          <ac:chgData name="Antonio Sulfaro" userId="3349b1de-6c87-491d-80c8-cd0051b6cb0d" providerId="ADAL" clId="{4E1F1241-58AC-4486-8328-D81B9BDA2115}" dt="2026-07-13T12:31:38.053" v="2002" actId="20577"/>
          <ac:spMkLst>
            <pc:docMk/>
            <pc:sldMk cId="123954060" sldId="305"/>
            <ac:spMk id="105" creationId="{2B2736E0-9D3F-712C-0FF6-F4506B2797CD}"/>
          </ac:spMkLst>
        </pc:spChg>
        <pc:picChg chg="add del">
          <ac:chgData name="Antonio Sulfaro" userId="3349b1de-6c87-491d-80c8-cd0051b6cb0d" providerId="ADAL" clId="{4E1F1241-58AC-4486-8328-D81B9BDA2115}" dt="2026-07-16T16:16:16.125" v="5268" actId="21"/>
          <ac:picMkLst>
            <pc:docMk/>
            <pc:sldMk cId="123954060" sldId="305"/>
            <ac:picMk id="10" creationId="{2BED71A0-E80D-245D-05E7-D158A4CB57CD}"/>
          </ac:picMkLst>
        </pc:picChg>
        <pc:picChg chg="mod">
          <ac:chgData name="Antonio Sulfaro" userId="3349b1de-6c87-491d-80c8-cd0051b6cb0d" providerId="ADAL" clId="{4E1F1241-58AC-4486-8328-D81B9BDA2115}" dt="2026-07-16T16:16:16.095" v="5267" actId="1037"/>
          <ac:picMkLst>
            <pc:docMk/>
            <pc:sldMk cId="123954060" sldId="305"/>
            <ac:picMk id="39" creationId="{A68FCF7E-0893-6643-3BEB-533F1380D513}"/>
          </ac:picMkLst>
        </pc:picChg>
      </pc:sldChg>
      <pc:sldChg chg="modSp mod">
        <pc:chgData name="Antonio Sulfaro" userId="3349b1de-6c87-491d-80c8-cd0051b6cb0d" providerId="ADAL" clId="{4E1F1241-58AC-4486-8328-D81B9BDA2115}" dt="2026-07-13T12:24:08.299" v="1745" actId="20577"/>
        <pc:sldMkLst>
          <pc:docMk/>
          <pc:sldMk cId="880455053" sldId="306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2" creationId="{0B7748C6-E25F-E9FC-B3AB-80F268BBC2D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4" creationId="{7FF22AF5-66B1-8132-0793-A7899BE3ECA2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8" creationId="{36B04A58-5B92-DDBB-F98B-2FF62AE50A8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9" creationId="{42D46CA1-6DF7-3E85-C9CC-D8EC8F0F8E6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10" creationId="{D815CC9F-3BAF-8E8A-0D35-1075F8C2DE45}"/>
          </ac:spMkLst>
        </pc:spChg>
        <pc:spChg chg="mod">
          <ac:chgData name="Antonio Sulfaro" userId="3349b1de-6c87-491d-80c8-cd0051b6cb0d" providerId="ADAL" clId="{4E1F1241-58AC-4486-8328-D81B9BDA2115}" dt="2026-07-13T12:24:08.299" v="1745" actId="20577"/>
          <ac:spMkLst>
            <pc:docMk/>
            <pc:sldMk cId="880455053" sldId="306"/>
            <ac:spMk id="12" creationId="{1505EF88-C6AD-52A6-94FF-1705ECA3C363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13" creationId="{64474B9D-56B5-FA2C-5486-3832068C82D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14" creationId="{D3396EC7-818F-755B-E215-1BA78E4220B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880455053" sldId="306"/>
            <ac:spMk id="17" creationId="{E2D70D12-50EC-708F-6DA5-603ACA8835C0}"/>
          </ac:spMkLst>
        </pc:spChg>
      </pc:sldChg>
      <pc:sldChg chg="modSp mod">
        <pc:chgData name="Antonio Sulfaro" userId="3349b1de-6c87-491d-80c8-cd0051b6cb0d" providerId="ADAL" clId="{4E1F1241-58AC-4486-8328-D81B9BDA2115}" dt="2026-07-13T11:57:35.372" v="551" actId="20577"/>
        <pc:sldMkLst>
          <pc:docMk/>
          <pc:sldMk cId="1916468128" sldId="307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916468128" sldId="307"/>
            <ac:spMk id="2" creationId="{E274BA8E-154C-B707-FCE4-6EC1F69F72CE}"/>
          </ac:spMkLst>
        </pc:spChg>
        <pc:spChg chg="mod">
          <ac:chgData name="Antonio Sulfaro" userId="3349b1de-6c87-491d-80c8-cd0051b6cb0d" providerId="ADAL" clId="{4E1F1241-58AC-4486-8328-D81B9BDA2115}" dt="2026-07-13T11:56:05.673" v="497" actId="113"/>
          <ac:spMkLst>
            <pc:docMk/>
            <pc:sldMk cId="1916468128" sldId="307"/>
            <ac:spMk id="4" creationId="{31DF74D1-0E36-C9A5-5206-E8A9D47D34F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916468128" sldId="307"/>
            <ac:spMk id="8" creationId="{007AEDB1-2AC3-2B22-0936-2ED29FCF855D}"/>
          </ac:spMkLst>
        </pc:spChg>
        <pc:spChg chg="mod">
          <ac:chgData name="Antonio Sulfaro" userId="3349b1de-6c87-491d-80c8-cd0051b6cb0d" providerId="ADAL" clId="{4E1F1241-58AC-4486-8328-D81B9BDA2115}" dt="2026-07-13T11:57:35.372" v="551" actId="20577"/>
          <ac:spMkLst>
            <pc:docMk/>
            <pc:sldMk cId="1916468128" sldId="307"/>
            <ac:spMk id="15" creationId="{12808DD7-BC41-EB4E-7B49-C69E3FC2F803}"/>
          </ac:spMkLst>
        </pc:spChg>
      </pc:sldChg>
      <pc:sldChg chg="modSp mod modShow modNotesTx">
        <pc:chgData name="Antonio Sulfaro" userId="3349b1de-6c87-491d-80c8-cd0051b6cb0d" providerId="ADAL" clId="{4E1F1241-58AC-4486-8328-D81B9BDA2115}" dt="2026-07-20T11:25:20.483" v="6312" actId="1038"/>
        <pc:sldMkLst>
          <pc:docMk/>
          <pc:sldMk cId="714987026" sldId="308"/>
        </pc:sldMkLst>
        <pc:spChg chg="mod">
          <ac:chgData name="Antonio Sulfaro" userId="3349b1de-6c87-491d-80c8-cd0051b6cb0d" providerId="ADAL" clId="{4E1F1241-58AC-4486-8328-D81B9BDA2115}" dt="2026-07-20T11:25:20.483" v="6312" actId="1038"/>
          <ac:spMkLst>
            <pc:docMk/>
            <pc:sldMk cId="714987026" sldId="308"/>
            <ac:spMk id="5" creationId="{68736B03-20C0-EC99-930A-DB56E63F6BD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6" creationId="{02B65021-FA44-A88A-3B77-26D1E9FF8BC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7" creationId="{3D9F894A-A864-D4DC-F59B-297E8372D4FC}"/>
          </ac:spMkLst>
        </pc:spChg>
        <pc:spChg chg="mod">
          <ac:chgData name="Antonio Sulfaro" userId="3349b1de-6c87-491d-80c8-cd0051b6cb0d" providerId="ADAL" clId="{4E1F1241-58AC-4486-8328-D81B9BDA2115}" dt="2026-07-13T13:05:38.628" v="3143" actId="20577"/>
          <ac:spMkLst>
            <pc:docMk/>
            <pc:sldMk cId="714987026" sldId="308"/>
            <ac:spMk id="15" creationId="{C09AC9DF-FA66-E849-2F80-1A52F5B0DC3C}"/>
          </ac:spMkLst>
        </pc:spChg>
        <pc:spChg chg="mod">
          <ac:chgData name="Antonio Sulfaro" userId="3349b1de-6c87-491d-80c8-cd0051b6cb0d" providerId="ADAL" clId="{4E1F1241-58AC-4486-8328-D81B9BDA2115}" dt="2026-07-13T12:25:46.906" v="1777" actId="1076"/>
          <ac:spMkLst>
            <pc:docMk/>
            <pc:sldMk cId="714987026" sldId="308"/>
            <ac:spMk id="22" creationId="{1CE45F17-8C7E-3F85-FDF8-5429FE449E98}"/>
          </ac:spMkLst>
        </pc:spChg>
        <pc:spChg chg="mod">
          <ac:chgData name="Antonio Sulfaro" userId="3349b1de-6c87-491d-80c8-cd0051b6cb0d" providerId="ADAL" clId="{4E1F1241-58AC-4486-8328-D81B9BDA2115}" dt="2026-07-13T12:23:50.914" v="1713"/>
          <ac:spMkLst>
            <pc:docMk/>
            <pc:sldMk cId="714987026" sldId="308"/>
            <ac:spMk id="26" creationId="{2DE1A63C-117A-1B48-0B70-DEF8AD289E2E}"/>
          </ac:spMkLst>
        </pc:spChg>
        <pc:spChg chg="mod">
          <ac:chgData name="Antonio Sulfaro" userId="3349b1de-6c87-491d-80c8-cd0051b6cb0d" providerId="ADAL" clId="{4E1F1241-58AC-4486-8328-D81B9BDA2115}" dt="2026-07-13T12:25:28.774" v="1775" actId="20577"/>
          <ac:spMkLst>
            <pc:docMk/>
            <pc:sldMk cId="714987026" sldId="308"/>
            <ac:spMk id="27" creationId="{03EFA8EA-0CCE-B80C-3F26-E3813AD7848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28" creationId="{262A5422-C0BB-2768-0702-07DF15BF9537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34" creationId="{488A547A-4FAF-6B1A-ABBB-FBCB2DE25155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36" creationId="{C2390482-377F-0989-42C1-1B9E3316A678}"/>
          </ac:spMkLst>
        </pc:spChg>
        <pc:spChg chg="mod">
          <ac:chgData name="Antonio Sulfaro" userId="3349b1de-6c87-491d-80c8-cd0051b6cb0d" providerId="ADAL" clId="{4E1F1241-58AC-4486-8328-D81B9BDA2115}" dt="2026-07-13T12:26:11.488" v="1784" actId="20577"/>
          <ac:spMkLst>
            <pc:docMk/>
            <pc:sldMk cId="714987026" sldId="308"/>
            <ac:spMk id="37" creationId="{BCC40F80-2C60-F0B1-1FF4-C57AD08E84FB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47" creationId="{A26C61EE-F6EA-FCB4-3374-3FA211632DEB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48" creationId="{D3708FDE-B2DE-763C-3F26-7F160DE03DF3}"/>
          </ac:spMkLst>
        </pc:spChg>
        <pc:spChg chg="mod">
          <ac:chgData name="Antonio Sulfaro" userId="3349b1de-6c87-491d-80c8-cd0051b6cb0d" providerId="ADAL" clId="{4E1F1241-58AC-4486-8328-D81B9BDA2115}" dt="2026-07-13T12:50:08.840" v="2842" actId="403"/>
          <ac:spMkLst>
            <pc:docMk/>
            <pc:sldMk cId="714987026" sldId="308"/>
            <ac:spMk id="55" creationId="{904C6C54-40FB-8652-8036-B379B08CE5D5}"/>
          </ac:spMkLst>
        </pc:spChg>
        <pc:spChg chg="mod">
          <ac:chgData name="Antonio Sulfaro" userId="3349b1de-6c87-491d-80c8-cd0051b6cb0d" providerId="ADAL" clId="{4E1F1241-58AC-4486-8328-D81B9BDA2115}" dt="2026-07-14T09:09:02.844" v="3264" actId="20577"/>
          <ac:spMkLst>
            <pc:docMk/>
            <pc:sldMk cId="714987026" sldId="308"/>
            <ac:spMk id="61" creationId="{D2EC086D-FE43-5306-9F54-F108F6F98F44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714987026" sldId="308"/>
            <ac:spMk id="72" creationId="{59455D6E-D487-C1C1-8A35-D75EAB1DCDF6}"/>
          </ac:spMkLst>
        </pc:spChg>
        <pc:grpChg chg="mod">
          <ac:chgData name="Antonio Sulfaro" userId="3349b1de-6c87-491d-80c8-cd0051b6cb0d" providerId="ADAL" clId="{4E1F1241-58AC-4486-8328-D81B9BDA2115}" dt="2026-07-13T12:50:22.013" v="2846" actId="1036"/>
          <ac:grpSpMkLst>
            <pc:docMk/>
            <pc:sldMk cId="714987026" sldId="308"/>
            <ac:grpSpMk id="75" creationId="{EFCF11E4-E10D-ED45-1404-B8EF3C9EFDF8}"/>
          </ac:grpSpMkLst>
        </pc:grpChg>
        <pc:grpChg chg="mod">
          <ac:chgData name="Antonio Sulfaro" userId="3349b1de-6c87-491d-80c8-cd0051b6cb0d" providerId="ADAL" clId="{4E1F1241-58AC-4486-8328-D81B9BDA2115}" dt="2026-07-13T12:26:37.980" v="1808" actId="1035"/>
          <ac:grpSpMkLst>
            <pc:docMk/>
            <pc:sldMk cId="714987026" sldId="308"/>
            <ac:grpSpMk id="76" creationId="{4626E3A8-1D92-8451-4D25-A989DE4501B9}"/>
          </ac:grpSpMkLst>
        </pc:grpChg>
      </pc:sldChg>
      <pc:sldChg chg="modSp mod modShow">
        <pc:chgData name="Antonio Sulfaro" userId="3349b1de-6c87-491d-80c8-cd0051b6cb0d" providerId="ADAL" clId="{4E1F1241-58AC-4486-8328-D81B9BDA2115}" dt="2026-07-13T19:55:45.198" v="3159" actId="729"/>
        <pc:sldMkLst>
          <pc:docMk/>
          <pc:sldMk cId="450393529" sldId="309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2" creationId="{FE9B722B-1679-8259-127C-0AB84B9F477F}"/>
          </ac:spMkLst>
        </pc:spChg>
        <pc:spChg chg="mod">
          <ac:chgData name="Antonio Sulfaro" userId="3349b1de-6c87-491d-80c8-cd0051b6cb0d" providerId="ADAL" clId="{4E1F1241-58AC-4486-8328-D81B9BDA2115}" dt="2026-07-13T12:27:31.817" v="1824" actId="20577"/>
          <ac:spMkLst>
            <pc:docMk/>
            <pc:sldMk cId="450393529" sldId="309"/>
            <ac:spMk id="15" creationId="{088C0A44-7BF3-B858-870C-6DA4B61A6B3C}"/>
          </ac:spMkLst>
        </pc:spChg>
        <pc:spChg chg="mod">
          <ac:chgData name="Antonio Sulfaro" userId="3349b1de-6c87-491d-80c8-cd0051b6cb0d" providerId="ADAL" clId="{4E1F1241-58AC-4486-8328-D81B9BDA2115}" dt="2026-07-13T12:51:14.505" v="2908" actId="20577"/>
          <ac:spMkLst>
            <pc:docMk/>
            <pc:sldMk cId="450393529" sldId="309"/>
            <ac:spMk id="18" creationId="{74DC4272-E1DA-2AB9-9BF4-1D0B6C307C8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27" creationId="{AF631255-F1D2-2AF0-97BF-22E85C9A1F9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30" creationId="{278568D3-85CF-CBA8-AF8F-F2C85BF0C0B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51" creationId="{2682592E-531B-5E9C-1DA0-6C2D91D30D53}"/>
          </ac:spMkLst>
        </pc:spChg>
        <pc:spChg chg="mod">
          <ac:chgData name="Antonio Sulfaro" userId="3349b1de-6c87-491d-80c8-cd0051b6cb0d" providerId="ADAL" clId="{4E1F1241-58AC-4486-8328-D81B9BDA2115}" dt="2026-07-13T12:23:54.964" v="1714"/>
          <ac:spMkLst>
            <pc:docMk/>
            <pc:sldMk cId="450393529" sldId="309"/>
            <ac:spMk id="52" creationId="{DB39279C-4906-9C63-AC5C-6CDF18FA4D49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55" creationId="{CC766D67-FC93-D34F-8F4F-9DC729B911AD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56" creationId="{17372E84-664C-1A97-45D7-54B8107FEE27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57" creationId="{2C57CB73-0176-4814-070B-DBA0F9490190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450393529" sldId="309"/>
            <ac:spMk id="58" creationId="{508B7422-88C3-E5E3-5E3F-14B911E81D93}"/>
          </ac:spMkLst>
        </pc:spChg>
        <pc:spChg chg="mod">
          <ac:chgData name="Antonio Sulfaro" userId="3349b1de-6c87-491d-80c8-cd0051b6cb0d" providerId="ADAL" clId="{4E1F1241-58AC-4486-8328-D81B9BDA2115}" dt="2026-07-13T12:27:29.057" v="1822" actId="20577"/>
          <ac:spMkLst>
            <pc:docMk/>
            <pc:sldMk cId="450393529" sldId="309"/>
            <ac:spMk id="64" creationId="{7AD975B8-400A-BC19-85A2-149BD7C662E2}"/>
          </ac:spMkLst>
        </pc:spChg>
        <pc:spChg chg="mod">
          <ac:chgData name="Antonio Sulfaro" userId="3349b1de-6c87-491d-80c8-cd0051b6cb0d" providerId="ADAL" clId="{4E1F1241-58AC-4486-8328-D81B9BDA2115}" dt="2026-07-13T12:50:56.471" v="2902" actId="20577"/>
          <ac:spMkLst>
            <pc:docMk/>
            <pc:sldMk cId="450393529" sldId="309"/>
            <ac:spMk id="66" creationId="{60A30250-0BDD-F3E4-E7A4-A9FB96D5A96E}"/>
          </ac:spMkLst>
        </pc:spChg>
        <pc:spChg chg="mod">
          <ac:chgData name="Antonio Sulfaro" userId="3349b1de-6c87-491d-80c8-cd0051b6cb0d" providerId="ADAL" clId="{4E1F1241-58AC-4486-8328-D81B9BDA2115}" dt="2026-07-13T12:51:00.289" v="2903" actId="20577"/>
          <ac:spMkLst>
            <pc:docMk/>
            <pc:sldMk cId="450393529" sldId="309"/>
            <ac:spMk id="70" creationId="{4D5989E1-B23B-D8B3-0B1C-548ED0AEFAA6}"/>
          </ac:spMkLst>
        </pc:spChg>
      </pc:sldChg>
      <pc:sldChg chg="modSp mod modShow">
        <pc:chgData name="Antonio Sulfaro" userId="3349b1de-6c87-491d-80c8-cd0051b6cb0d" providerId="ADAL" clId="{4E1F1241-58AC-4486-8328-D81B9BDA2115}" dt="2026-07-13T19:55:48.143" v="3160" actId="729"/>
        <pc:sldMkLst>
          <pc:docMk/>
          <pc:sldMk cId="1080620800" sldId="310"/>
        </pc:sldMkLst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2" creationId="{F64B6F1E-0080-575E-070F-1E84045719D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3" creationId="{F5AC1819-9540-4A29-AB17-61252211D28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6" creationId="{8EA019A4-2E25-A03C-0804-DA95808BCA88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14" creationId="{F29D1E3D-BB7B-C33D-4302-FDA1D0CE31D2}"/>
          </ac:spMkLst>
        </pc:spChg>
        <pc:spChg chg="mod">
          <ac:chgData name="Antonio Sulfaro" userId="3349b1de-6c87-491d-80c8-cd0051b6cb0d" providerId="ADAL" clId="{4E1F1241-58AC-4486-8328-D81B9BDA2115}" dt="2026-07-13T12:27:35.314" v="1826" actId="20577"/>
          <ac:spMkLst>
            <pc:docMk/>
            <pc:sldMk cId="1080620800" sldId="310"/>
            <ac:spMk id="15" creationId="{8EF861F8-5690-F754-ED34-873A6DA455A3}"/>
          </ac:spMkLst>
        </pc:spChg>
        <pc:spChg chg="mod">
          <ac:chgData name="Antonio Sulfaro" userId="3349b1de-6c87-491d-80c8-cd0051b6cb0d" providerId="ADAL" clId="{4E1F1241-58AC-4486-8328-D81B9BDA2115}" dt="2026-07-13T12:27:42.728" v="1840" actId="20577"/>
          <ac:spMkLst>
            <pc:docMk/>
            <pc:sldMk cId="1080620800" sldId="310"/>
            <ac:spMk id="20" creationId="{24BD4C87-3C7E-1B35-BF24-936FA91475CA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25" creationId="{F40B6DE5-8503-5B15-5DF1-31B44571DCF8}"/>
          </ac:spMkLst>
        </pc:spChg>
        <pc:spChg chg="mod">
          <ac:chgData name="Antonio Sulfaro" userId="3349b1de-6c87-491d-80c8-cd0051b6cb0d" providerId="ADAL" clId="{4E1F1241-58AC-4486-8328-D81B9BDA2115}" dt="2026-07-13T12:23:57.651" v="1715"/>
          <ac:spMkLst>
            <pc:docMk/>
            <pc:sldMk cId="1080620800" sldId="310"/>
            <ac:spMk id="26" creationId="{448559A3-7704-3D9C-B6D5-4723A1073CE4}"/>
          </ac:spMkLst>
        </pc:spChg>
        <pc:spChg chg="mod">
          <ac:chgData name="Antonio Sulfaro" userId="3349b1de-6c87-491d-80c8-cd0051b6cb0d" providerId="ADAL" clId="{4E1F1241-58AC-4486-8328-D81B9BDA2115}" dt="2026-07-13T12:51:56.288" v="2918"/>
          <ac:spMkLst>
            <pc:docMk/>
            <pc:sldMk cId="1080620800" sldId="310"/>
            <ac:spMk id="39" creationId="{845577A2-4CE5-4B57-A99D-A881D0619EBD}"/>
          </ac:spMkLst>
        </pc:spChg>
        <pc:spChg chg="mod">
          <ac:chgData name="Antonio Sulfaro" userId="3349b1de-6c87-491d-80c8-cd0051b6cb0d" providerId="ADAL" clId="{4E1F1241-58AC-4486-8328-D81B9BDA2115}" dt="2026-07-13T12:52:28.102" v="2971" actId="20577"/>
          <ac:spMkLst>
            <pc:docMk/>
            <pc:sldMk cId="1080620800" sldId="310"/>
            <ac:spMk id="40" creationId="{0BF065B1-E6C0-61D1-00A1-D055466FEBBE}"/>
          </ac:spMkLst>
        </pc:spChg>
        <pc:spChg chg="mod">
          <ac:chgData name="Antonio Sulfaro" userId="3349b1de-6c87-491d-80c8-cd0051b6cb0d" providerId="ADAL" clId="{4E1F1241-58AC-4486-8328-D81B9BDA2115}" dt="2026-07-13T12:52:41.711" v="2973"/>
          <ac:spMkLst>
            <pc:docMk/>
            <pc:sldMk cId="1080620800" sldId="310"/>
            <ac:spMk id="41" creationId="{B6F05CB7-81EA-AE7C-7FA4-181EB4872B95}"/>
          </ac:spMkLst>
        </pc:spChg>
        <pc:spChg chg="mod">
          <ac:chgData name="Antonio Sulfaro" userId="3349b1de-6c87-491d-80c8-cd0051b6cb0d" providerId="ADAL" clId="{4E1F1241-58AC-4486-8328-D81B9BDA2115}" dt="2026-07-13T12:27:40.186" v="1838" actId="20577"/>
          <ac:spMkLst>
            <pc:docMk/>
            <pc:sldMk cId="1080620800" sldId="310"/>
            <ac:spMk id="42" creationId="{8CE362E7-E5CF-C0CD-99E9-8210251AE99C}"/>
          </ac:spMkLst>
        </pc:spChg>
        <pc:spChg chg="mod">
          <ac:chgData name="Antonio Sulfaro" userId="3349b1de-6c87-491d-80c8-cd0051b6cb0d" providerId="ADAL" clId="{4E1F1241-58AC-4486-8328-D81B9BDA2115}" dt="2026-07-13T12:51:38.081" v="2912" actId="20577"/>
          <ac:spMkLst>
            <pc:docMk/>
            <pc:sldMk cId="1080620800" sldId="310"/>
            <ac:spMk id="44" creationId="{AD7CBB8B-906F-21CB-C9FC-240D7AECA1ED}"/>
          </ac:spMkLst>
        </pc:spChg>
        <pc:spChg chg="mod">
          <ac:chgData name="Antonio Sulfaro" userId="3349b1de-6c87-491d-80c8-cd0051b6cb0d" providerId="ADAL" clId="{4E1F1241-58AC-4486-8328-D81B9BDA2115}" dt="2026-07-13T12:51:42.947" v="2917" actId="20577"/>
          <ac:spMkLst>
            <pc:docMk/>
            <pc:sldMk cId="1080620800" sldId="310"/>
            <ac:spMk id="47" creationId="{A151AC48-4BF5-8262-D017-C63DD7D9092D}"/>
          </ac:spMkLst>
        </pc:spChg>
        <pc:spChg chg="mod">
          <ac:chgData name="Antonio Sulfaro" userId="3349b1de-6c87-491d-80c8-cd0051b6cb0d" providerId="ADAL" clId="{4E1F1241-58AC-4486-8328-D81B9BDA2115}" dt="2026-07-13T12:51:31.901" v="2909"/>
          <ac:spMkLst>
            <pc:docMk/>
            <pc:sldMk cId="1080620800" sldId="310"/>
            <ac:spMk id="50" creationId="{1EE21181-2A91-A20E-5FC1-0A1B832E3CC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51" creationId="{FB52FB57-9FA2-BCF4-715E-90BA1FF5B27C}"/>
          </ac:spMkLst>
        </pc:spChg>
        <pc:spChg chg="mod">
          <ac:chgData name="Antonio Sulfaro" userId="3349b1de-6c87-491d-80c8-cd0051b6cb0d" providerId="ADAL" clId="{4E1F1241-58AC-4486-8328-D81B9BDA2115}" dt="2026-07-13T11:44:06.581" v="65" actId="790"/>
          <ac:spMkLst>
            <pc:docMk/>
            <pc:sldMk cId="1080620800" sldId="310"/>
            <ac:spMk id="54" creationId="{F3D1EB0B-44E6-3C93-0B07-19CAC3DB1CF9}"/>
          </ac:spMkLst>
        </pc:spChg>
        <pc:grpChg chg="mod">
          <ac:chgData name="Antonio Sulfaro" userId="3349b1de-6c87-491d-80c8-cd0051b6cb0d" providerId="ADAL" clId="{4E1F1241-58AC-4486-8328-D81B9BDA2115}" dt="2026-07-13T12:52:35.296" v="2972" actId="14100"/>
          <ac:grpSpMkLst>
            <pc:docMk/>
            <pc:sldMk cId="1080620800" sldId="310"/>
            <ac:grpSpMk id="56" creationId="{D13DB1BD-BD48-2952-6C56-3D0CFE053687}"/>
          </ac:grpSpMkLst>
        </pc:grpChg>
      </pc:sldChg>
      <pc:sldChg chg="addSp delSp modSp add mod addAnim delAnim modAnim modNotesTx">
        <pc:chgData name="Antonio Sulfaro" userId="3349b1de-6c87-491d-80c8-cd0051b6cb0d" providerId="ADAL" clId="{4E1F1241-58AC-4486-8328-D81B9BDA2115}" dt="2026-07-18T13:56:22.834" v="6105"/>
        <pc:sldMkLst>
          <pc:docMk/>
          <pc:sldMk cId="3063612335" sldId="311"/>
        </pc:sldMkLst>
        <pc:spChg chg="add ord">
          <ac:chgData name="Antonio Sulfaro" userId="3349b1de-6c87-491d-80c8-cd0051b6cb0d" providerId="ADAL" clId="{4E1F1241-58AC-4486-8328-D81B9BDA2115}" dt="2026-07-18T13:54:10.350" v="6101" actId="13244"/>
          <ac:spMkLst>
            <pc:docMk/>
            <pc:sldMk cId="3063612335" sldId="311"/>
            <ac:spMk id="7" creationId="{7C123057-46EA-161A-43F8-E8CE76A96B4B}"/>
          </ac:spMkLst>
        </pc:spChg>
        <pc:spChg chg="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24" creationId="{098B87B4-E5A7-3442-9601-C4EFDB8D763C}"/>
          </ac:spMkLst>
        </pc:spChg>
        <pc:spChg chg="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32" creationId="{F34B494F-FAA8-B8C2-A273-20D76BB841A8}"/>
          </ac:spMkLst>
        </pc:spChg>
        <pc:spChg chg="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33" creationId="{09EFBC95-C74C-8AC7-E769-7F5C44E2ED55}"/>
          </ac:spMkLst>
        </pc:spChg>
        <pc:spChg chg="mod">
          <ac:chgData name="Antonio Sulfaro" userId="3349b1de-6c87-491d-80c8-cd0051b6cb0d" providerId="ADAL" clId="{4E1F1241-58AC-4486-8328-D81B9BDA2115}" dt="2026-07-13T19:57:52.718" v="3168" actId="20577"/>
          <ac:spMkLst>
            <pc:docMk/>
            <pc:sldMk cId="3063612335" sldId="311"/>
            <ac:spMk id="40" creationId="{858717E7-F9C6-768F-5AC6-8A70E261C1B2}"/>
          </ac:spMkLst>
        </pc:spChg>
        <pc:spChg chg="add 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59" creationId="{1AB0DF54-BC8E-C655-29EA-50AFF51AA0F1}"/>
          </ac:spMkLst>
        </pc:spChg>
        <pc:spChg chg="add 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63" creationId="{89C78184-7718-2933-07CB-E63E2F4EFCF3}"/>
          </ac:spMkLst>
        </pc:spChg>
        <pc:spChg chg="add 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65" creationId="{B97A186D-EE7F-4523-3122-568844D52BA4}"/>
          </ac:spMkLst>
        </pc:spChg>
        <pc:spChg chg="add 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66" creationId="{1C523FC9-50EB-B0DD-64E6-46920B49D34E}"/>
          </ac:spMkLst>
        </pc:spChg>
        <pc:spChg chg="add 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68" creationId="{F21F2857-BE0A-D37D-18B0-67F62665529D}"/>
          </ac:spMkLst>
        </pc:spChg>
        <pc:spChg chg="add mod">
          <ac:chgData name="Antonio Sulfaro" userId="3349b1de-6c87-491d-80c8-cd0051b6cb0d" providerId="ADAL" clId="{4E1F1241-58AC-4486-8328-D81B9BDA2115}" dt="2026-07-13T19:55:38.509" v="3158"/>
          <ac:spMkLst>
            <pc:docMk/>
            <pc:sldMk cId="3063612335" sldId="311"/>
            <ac:spMk id="69" creationId="{DA89A3AD-7847-0666-8D66-DAD9770E4771}"/>
          </ac:spMkLst>
        </pc:spChg>
        <pc:picChg chg="add ord">
          <ac:chgData name="Antonio Sulfaro" userId="3349b1de-6c87-491d-80c8-cd0051b6cb0d" providerId="ADAL" clId="{4E1F1241-58AC-4486-8328-D81B9BDA2115}" dt="2026-07-18T13:53:46.640" v="6099" actId="13244"/>
          <ac:picMkLst>
            <pc:docMk/>
            <pc:sldMk cId="3063612335" sldId="311"/>
            <ac:picMk id="5" creationId="{9E8E2321-E052-B5EC-AD09-F70CEEA0FC9B}"/>
          </ac:picMkLst>
        </pc:picChg>
        <pc:picChg chg="mod modVis">
          <ac:chgData name="Antonio Sulfaro" userId="3349b1de-6c87-491d-80c8-cd0051b6cb0d" providerId="ADAL" clId="{4E1F1241-58AC-4486-8328-D81B9BDA2115}" dt="2026-07-18T13:55:42.328" v="6103" actId="14429"/>
          <ac:picMkLst>
            <pc:docMk/>
            <pc:sldMk cId="3063612335" sldId="311"/>
            <ac:picMk id="60" creationId="{2AFFE907-949A-FDBB-87D6-4E2A1FAC49D0}"/>
          </ac:picMkLst>
        </pc:picChg>
        <pc:cxnChg chg="add mod">
          <ac:chgData name="Antonio Sulfaro" userId="3349b1de-6c87-491d-80c8-cd0051b6cb0d" providerId="ADAL" clId="{4E1F1241-58AC-4486-8328-D81B9BDA2115}" dt="2026-07-13T19:57:17.801" v="3163"/>
          <ac:cxnSpMkLst>
            <pc:docMk/>
            <pc:sldMk cId="3063612335" sldId="311"/>
            <ac:cxnSpMk id="71" creationId="{602FC209-62FD-8660-F29A-A7A95C1130A7}"/>
          </ac:cxnSpMkLst>
        </pc:cxnChg>
      </pc:sldChg>
      <pc:sldChg chg="addSp delSp modSp add mod addAnim delAnim modAnim modNotesTx">
        <pc:chgData name="Antonio Sulfaro" userId="3349b1de-6c87-491d-80c8-cd0051b6cb0d" providerId="ADAL" clId="{4E1F1241-58AC-4486-8328-D81B9BDA2115}" dt="2026-07-20T11:08:59.842" v="6196" actId="20577"/>
        <pc:sldMkLst>
          <pc:docMk/>
          <pc:sldMk cId="2628538687" sldId="312"/>
        </pc:sldMkLst>
        <pc:spChg chg="mod">
          <ac:chgData name="Antonio Sulfaro" userId="3349b1de-6c87-491d-80c8-cd0051b6cb0d" providerId="ADAL" clId="{4E1F1241-58AC-4486-8328-D81B9BDA2115}" dt="2026-07-16T17:01:38.410" v="5885" actId="14100"/>
          <ac:spMkLst>
            <pc:docMk/>
            <pc:sldMk cId="2628538687" sldId="312"/>
            <ac:spMk id="3" creationId="{22148FFC-5E6F-6BED-A20F-10D63FA4AE15}"/>
          </ac:spMkLst>
        </pc:spChg>
        <pc:spChg chg="add mod">
          <ac:chgData name="Antonio Sulfaro" userId="3349b1de-6c87-491d-80c8-cd0051b6cb0d" providerId="ADAL" clId="{4E1F1241-58AC-4486-8328-D81B9BDA2115}" dt="2026-07-16T17:01:22.991" v="5864" actId="1036"/>
          <ac:spMkLst>
            <pc:docMk/>
            <pc:sldMk cId="2628538687" sldId="312"/>
            <ac:spMk id="17" creationId="{26D2EA36-FBFD-B1D3-1EFD-8AC57A3DA4C6}"/>
          </ac:spMkLst>
        </pc:spChg>
        <pc:spChg chg="mod">
          <ac:chgData name="Antonio Sulfaro" userId="3349b1de-6c87-491d-80c8-cd0051b6cb0d" providerId="ADAL" clId="{4E1F1241-58AC-4486-8328-D81B9BDA2115}" dt="2026-07-16T17:01:22.991" v="5864" actId="1036"/>
          <ac:spMkLst>
            <pc:docMk/>
            <pc:sldMk cId="2628538687" sldId="312"/>
            <ac:spMk id="20" creationId="{3D8FDA1F-40E5-0786-41FF-82AA97007CCB}"/>
          </ac:spMkLst>
        </pc:spChg>
        <pc:spChg chg="add mod">
          <ac:chgData name="Antonio Sulfaro" userId="3349b1de-6c87-491d-80c8-cd0051b6cb0d" providerId="ADAL" clId="{4E1F1241-58AC-4486-8328-D81B9BDA2115}" dt="2026-07-16T17:45:11.565" v="5925" actId="113"/>
          <ac:spMkLst>
            <pc:docMk/>
            <pc:sldMk cId="2628538687" sldId="312"/>
            <ac:spMk id="21" creationId="{3F5B1727-04E8-70E3-A1E6-13E2A0DE0D8D}"/>
          </ac:spMkLst>
        </pc:spChg>
        <pc:spChg chg="mod">
          <ac:chgData name="Antonio Sulfaro" userId="3349b1de-6c87-491d-80c8-cd0051b6cb0d" providerId="ADAL" clId="{4E1F1241-58AC-4486-8328-D81B9BDA2115}" dt="2026-07-16T17:01:22.991" v="5864" actId="1036"/>
          <ac:spMkLst>
            <pc:docMk/>
            <pc:sldMk cId="2628538687" sldId="312"/>
            <ac:spMk id="31" creationId="{9F7784E5-DE9D-CC6D-CFDA-5D7E2B8E269F}"/>
          </ac:spMkLst>
        </pc:spChg>
        <pc:spChg chg="add mod">
          <ac:chgData name="Antonio Sulfaro" userId="3349b1de-6c87-491d-80c8-cd0051b6cb0d" providerId="ADAL" clId="{4E1F1241-58AC-4486-8328-D81B9BDA2115}" dt="2026-07-16T17:01:34.497" v="5884" actId="1035"/>
          <ac:spMkLst>
            <pc:docMk/>
            <pc:sldMk cId="2628538687" sldId="312"/>
            <ac:spMk id="42" creationId="{91F3107F-DEF6-824D-ABBE-C96E913BCE67}"/>
          </ac:spMkLst>
        </pc:spChg>
        <pc:spChg chg="add mod">
          <ac:chgData name="Antonio Sulfaro" userId="3349b1de-6c87-491d-80c8-cd0051b6cb0d" providerId="ADAL" clId="{4E1F1241-58AC-4486-8328-D81B9BDA2115}" dt="2026-07-18T13:22:31.885" v="6061" actId="1076"/>
          <ac:spMkLst>
            <pc:docMk/>
            <pc:sldMk cId="2628538687" sldId="312"/>
            <ac:spMk id="47" creationId="{EC066DF1-BEE5-6CDB-FE2B-52F85C44534B}"/>
          </ac:spMkLst>
        </pc:spChg>
        <pc:spChg chg="add mod">
          <ac:chgData name="Antonio Sulfaro" userId="3349b1de-6c87-491d-80c8-cd0051b6cb0d" providerId="ADAL" clId="{4E1F1241-58AC-4486-8328-D81B9BDA2115}" dt="2026-07-16T17:47:07.133" v="5973" actId="20577"/>
          <ac:spMkLst>
            <pc:docMk/>
            <pc:sldMk cId="2628538687" sldId="312"/>
            <ac:spMk id="50" creationId="{F7DE324D-B0F9-239D-6F3F-CB54A7AE0A76}"/>
          </ac:spMkLst>
        </pc:spChg>
        <pc:spChg chg="add mod">
          <ac:chgData name="Antonio Sulfaro" userId="3349b1de-6c87-491d-80c8-cd0051b6cb0d" providerId="ADAL" clId="{4E1F1241-58AC-4486-8328-D81B9BDA2115}" dt="2026-07-18T13:22:35.334" v="6062" actId="20577"/>
          <ac:spMkLst>
            <pc:docMk/>
            <pc:sldMk cId="2628538687" sldId="312"/>
            <ac:spMk id="55" creationId="{413E58FC-32E3-AA73-C788-7790D57CC7BB}"/>
          </ac:spMkLst>
        </pc:spChg>
        <pc:grpChg chg="mod ord">
          <ac:chgData name="Antonio Sulfaro" userId="3349b1de-6c87-491d-80c8-cd0051b6cb0d" providerId="ADAL" clId="{4E1F1241-58AC-4486-8328-D81B9BDA2115}" dt="2026-07-16T17:01:44.489" v="5886" actId="1076"/>
          <ac:grpSpMkLst>
            <pc:docMk/>
            <pc:sldMk cId="2628538687" sldId="312"/>
            <ac:grpSpMk id="5" creationId="{448455F9-D5FB-17B6-439C-CD2E30B4ECE6}"/>
          </ac:grpSpMkLst>
        </pc:grpChg>
        <pc:picChg chg="mod">
          <ac:chgData name="Antonio Sulfaro" userId="3349b1de-6c87-491d-80c8-cd0051b6cb0d" providerId="ADAL" clId="{4E1F1241-58AC-4486-8328-D81B9BDA2115}" dt="2026-07-16T17:01:22.991" v="5864" actId="1036"/>
          <ac:picMkLst>
            <pc:docMk/>
            <pc:sldMk cId="2628538687" sldId="312"/>
            <ac:picMk id="10" creationId="{DDEC65DC-4699-305A-FB80-E8AFD2BB0166}"/>
          </ac:picMkLst>
        </pc:picChg>
        <pc:picChg chg="add mod">
          <ac:chgData name="Antonio Sulfaro" userId="3349b1de-6c87-491d-80c8-cd0051b6cb0d" providerId="ADAL" clId="{4E1F1241-58AC-4486-8328-D81B9BDA2115}" dt="2026-07-16T17:01:22.991" v="5864" actId="1036"/>
          <ac:picMkLst>
            <pc:docMk/>
            <pc:sldMk cId="2628538687" sldId="312"/>
            <ac:picMk id="24" creationId="{A4397497-D556-D471-17D7-968DDBA72F4D}"/>
          </ac:picMkLst>
        </pc:picChg>
        <pc:cxnChg chg="mod">
          <ac:chgData name="Antonio Sulfaro" userId="3349b1de-6c87-491d-80c8-cd0051b6cb0d" providerId="ADAL" clId="{4E1F1241-58AC-4486-8328-D81B9BDA2115}" dt="2026-07-16T17:01:22.991" v="5864" actId="1036"/>
          <ac:cxnSpMkLst>
            <pc:docMk/>
            <pc:sldMk cId="2628538687" sldId="312"/>
            <ac:cxnSpMk id="6" creationId="{3FB61837-9580-996D-C0DA-89C2E14E69ED}"/>
          </ac:cxnSpMkLst>
        </pc:cxnChg>
        <pc:cxnChg chg="add mod">
          <ac:chgData name="Antonio Sulfaro" userId="3349b1de-6c87-491d-80c8-cd0051b6cb0d" providerId="ADAL" clId="{4E1F1241-58AC-4486-8328-D81B9BDA2115}" dt="2026-07-16T17:01:55.160" v="5896" actId="1035"/>
          <ac:cxnSpMkLst>
            <pc:docMk/>
            <pc:sldMk cId="2628538687" sldId="312"/>
            <ac:cxnSpMk id="29" creationId="{17800A61-55AA-80F0-CDBB-A4852B05460B}"/>
          </ac:cxnSpMkLst>
        </pc:cxnChg>
        <pc:cxnChg chg="add mod">
          <ac:chgData name="Antonio Sulfaro" userId="3349b1de-6c87-491d-80c8-cd0051b6cb0d" providerId="ADAL" clId="{4E1F1241-58AC-4486-8328-D81B9BDA2115}" dt="2026-07-16T17:49:39.857" v="5991" actId="1038"/>
          <ac:cxnSpMkLst>
            <pc:docMk/>
            <pc:sldMk cId="2628538687" sldId="312"/>
            <ac:cxnSpMk id="45" creationId="{6A1CDB7D-9379-D302-9708-AAC59FDE0B93}"/>
          </ac:cxnSpMkLst>
        </pc:cxnChg>
        <pc:cxnChg chg="add mod">
          <ac:chgData name="Antonio Sulfaro" userId="3349b1de-6c87-491d-80c8-cd0051b6cb0d" providerId="ADAL" clId="{4E1F1241-58AC-4486-8328-D81B9BDA2115}" dt="2026-07-16T17:49:45.523" v="6001" actId="1037"/>
          <ac:cxnSpMkLst>
            <pc:docMk/>
            <pc:sldMk cId="2628538687" sldId="312"/>
            <ac:cxnSpMk id="49" creationId="{F43B2DFC-2319-7563-C197-DD1443E6DB04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AMF (onelearn)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ADS</c:v>
                </c:pt>
                <c:pt idx="5">
                  <c:v>Nomao</c:v>
                </c:pt>
                <c:pt idx="6">
                  <c:v>Spam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1.63</c:v>
                </c:pt>
                <c:pt idx="1">
                  <c:v>18.239999999999998</c:v>
                </c:pt>
                <c:pt idx="2">
                  <c:v>4.88</c:v>
                </c:pt>
                <c:pt idx="3">
                  <c:v>8.64</c:v>
                </c:pt>
                <c:pt idx="4">
                  <c:v>1.04</c:v>
                </c:pt>
                <c:pt idx="5">
                  <c:v>3.12</c:v>
                </c:pt>
                <c:pt idx="6">
                  <c:v>0.87</c:v>
                </c:pt>
                <c:pt idx="7">
                  <c:v>7.19</c:v>
                </c:pt>
                <c:pt idx="8">
                  <c:v>7.2</c:v>
                </c:pt>
                <c:pt idx="9">
                  <c:v>5.8</c:v>
                </c:pt>
                <c:pt idx="10">
                  <c:v>5.8</c:v>
                </c:pt>
                <c:pt idx="11">
                  <c:v>5.36</c:v>
                </c:pt>
                <c:pt idx="12">
                  <c:v>5.33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45-4363-B1E3-080F623A1CBD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ARF (MOA)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ADS</c:v>
                </c:pt>
                <c:pt idx="5">
                  <c:v>Nomao</c:v>
                </c:pt>
                <c:pt idx="6">
                  <c:v>Spam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35.729999999999997</c:v>
                </c:pt>
                <c:pt idx="1">
                  <c:v>9.89</c:v>
                </c:pt>
                <c:pt idx="2">
                  <c:v>7.83</c:v>
                </c:pt>
                <c:pt idx="3">
                  <c:v>3.07</c:v>
                </c:pt>
                <c:pt idx="4">
                  <c:v>9.84</c:v>
                </c:pt>
                <c:pt idx="5">
                  <c:v>7.78</c:v>
                </c:pt>
                <c:pt idx="6">
                  <c:v>29.29</c:v>
                </c:pt>
                <c:pt idx="7">
                  <c:v>1.97</c:v>
                </c:pt>
                <c:pt idx="8">
                  <c:v>2.0099999999999998</c:v>
                </c:pt>
                <c:pt idx="9">
                  <c:v>11.04</c:v>
                </c:pt>
                <c:pt idx="10">
                  <c:v>10.97</c:v>
                </c:pt>
                <c:pt idx="11">
                  <c:v>4.4000000000000004</c:v>
                </c:pt>
                <c:pt idx="12">
                  <c:v>4.3499999999999996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5-4363-B1E3-080F623A1CBD}"/>
            </c:ext>
          </c:extLst>
        </c:ser>
        <c:ser>
          <c:idx val="1"/>
          <c:order val="2"/>
          <c:tx>
            <c:strRef>
              <c:f>Sheet1!$C$1</c:f>
              <c:strCache>
                <c:ptCount val="1"/>
                <c:pt idx="0">
                  <c:v>SRP (MOA)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ADS</c:v>
                </c:pt>
                <c:pt idx="5">
                  <c:v>Nomao</c:v>
                </c:pt>
                <c:pt idx="6">
                  <c:v>Spam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30.01</c:v>
                </c:pt>
                <c:pt idx="1">
                  <c:v>13.29</c:v>
                </c:pt>
                <c:pt idx="2">
                  <c:v>12.99</c:v>
                </c:pt>
                <c:pt idx="3">
                  <c:v>3.72</c:v>
                </c:pt>
                <c:pt idx="4">
                  <c:v>24.39</c:v>
                </c:pt>
                <c:pt idx="5">
                  <c:v>12.88</c:v>
                </c:pt>
                <c:pt idx="6">
                  <c:v>31</c:v>
                </c:pt>
                <c:pt idx="7">
                  <c:v>4.17</c:v>
                </c:pt>
                <c:pt idx="8">
                  <c:v>4.05</c:v>
                </c:pt>
                <c:pt idx="9">
                  <c:v>14.35</c:v>
                </c:pt>
                <c:pt idx="10">
                  <c:v>15.91</c:v>
                </c:pt>
                <c:pt idx="11">
                  <c:v>7.85</c:v>
                </c:pt>
                <c:pt idx="12">
                  <c:v>8.26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45-4363-B1E3-080F623A1C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5656496"/>
        <c:axId val="1630729968"/>
        <c:axId val="0"/>
      </c:bar3DChart>
      <c:catAx>
        <c:axId val="10556564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729968"/>
        <c:crosses val="autoZero"/>
        <c:auto val="1"/>
        <c:lblAlgn val="ctr"/>
        <c:lblOffset val="100"/>
        <c:noMultiLvlLbl val="0"/>
      </c:catAx>
      <c:valAx>
        <c:axId val="1630729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656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ARF (MOA)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ADS</c:v>
                </c:pt>
                <c:pt idx="5">
                  <c:v>Nomao</c:v>
                </c:pt>
                <c:pt idx="6">
                  <c:v>Spam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20.96</c:v>
                </c:pt>
                <c:pt idx="1">
                  <c:v>13.53</c:v>
                </c:pt>
                <c:pt idx="2">
                  <c:v>12.39</c:v>
                </c:pt>
                <c:pt idx="3">
                  <c:v>14.36</c:v>
                </c:pt>
                <c:pt idx="4">
                  <c:v>10.65</c:v>
                </c:pt>
                <c:pt idx="5">
                  <c:v>9.23</c:v>
                </c:pt>
                <c:pt idx="6">
                  <c:v>0</c:v>
                </c:pt>
                <c:pt idx="7">
                  <c:v>6.01</c:v>
                </c:pt>
                <c:pt idx="8">
                  <c:v>6.14</c:v>
                </c:pt>
                <c:pt idx="9">
                  <c:v>21.82</c:v>
                </c:pt>
                <c:pt idx="10">
                  <c:v>20.55</c:v>
                </c:pt>
                <c:pt idx="11">
                  <c:v>11.16</c:v>
                </c:pt>
                <c:pt idx="12">
                  <c:v>9.89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A5-42B1-B3A9-C6D1F8E07A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5656496"/>
        <c:axId val="1630729968"/>
        <c:axId val="0"/>
      </c:bar3DChart>
      <c:catAx>
        <c:axId val="10556564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729968"/>
        <c:crosses val="autoZero"/>
        <c:auto val="1"/>
        <c:lblAlgn val="ctr"/>
        <c:lblOffset val="100"/>
        <c:noMultiLvlLbl val="0"/>
      </c:catAx>
      <c:valAx>
        <c:axId val="1630729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656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SRP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24</c:v>
                </c:pt>
                <c:pt idx="7">
                  <c:v>24</c:v>
                </c:pt>
                <c:pt idx="8">
                  <c:v>41</c:v>
                </c:pt>
                <c:pt idx="9">
                  <c:v>54</c:v>
                </c:pt>
                <c:pt idx="10">
                  <c:v>119</c:v>
                </c:pt>
                <c:pt idx="11">
                  <c:v>1559</c:v>
                </c:pt>
                <c:pt idx="12">
                  <c:v>39917</c:v>
                </c:pt>
              </c:numCache>
            </c:numRef>
          </c:xVal>
          <c:yVal>
            <c:numRef>
              <c:f>Sheet1!$C$2:$C$14</c:f>
              <c:numCache>
                <c:formatCode>General</c:formatCode>
                <c:ptCount val="13"/>
                <c:pt idx="0">
                  <c:v>30.01</c:v>
                </c:pt>
                <c:pt idx="1">
                  <c:v>13.29</c:v>
                </c:pt>
                <c:pt idx="2">
                  <c:v>14.35</c:v>
                </c:pt>
                <c:pt idx="3">
                  <c:v>15.91</c:v>
                </c:pt>
                <c:pt idx="4">
                  <c:v>7.85</c:v>
                </c:pt>
                <c:pt idx="5">
                  <c:v>8.26</c:v>
                </c:pt>
                <c:pt idx="6">
                  <c:v>4.17</c:v>
                </c:pt>
                <c:pt idx="7">
                  <c:v>4.05</c:v>
                </c:pt>
                <c:pt idx="8">
                  <c:v>3.72</c:v>
                </c:pt>
                <c:pt idx="9">
                  <c:v>12.99</c:v>
                </c:pt>
                <c:pt idx="10">
                  <c:v>12.88</c:v>
                </c:pt>
                <c:pt idx="11">
                  <c:v>24.39</c:v>
                </c:pt>
                <c:pt idx="12">
                  <c:v>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DAC-437C-BF16-C44604BEBD84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ARF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24</c:v>
                </c:pt>
                <c:pt idx="7">
                  <c:v>24</c:v>
                </c:pt>
                <c:pt idx="8">
                  <c:v>41</c:v>
                </c:pt>
                <c:pt idx="9">
                  <c:v>54</c:v>
                </c:pt>
                <c:pt idx="10">
                  <c:v>119</c:v>
                </c:pt>
                <c:pt idx="11">
                  <c:v>1559</c:v>
                </c:pt>
                <c:pt idx="12">
                  <c:v>39917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35.729999999999997</c:v>
                </c:pt>
                <c:pt idx="1">
                  <c:v>9.89</c:v>
                </c:pt>
                <c:pt idx="2">
                  <c:v>11.04</c:v>
                </c:pt>
                <c:pt idx="3">
                  <c:v>10.97</c:v>
                </c:pt>
                <c:pt idx="4">
                  <c:v>4.4000000000000004</c:v>
                </c:pt>
                <c:pt idx="5">
                  <c:v>4.3499999999999996</c:v>
                </c:pt>
                <c:pt idx="6">
                  <c:v>1.97</c:v>
                </c:pt>
                <c:pt idx="7">
                  <c:v>2.0099999999999998</c:v>
                </c:pt>
                <c:pt idx="8">
                  <c:v>3.07</c:v>
                </c:pt>
                <c:pt idx="9">
                  <c:v>7.83</c:v>
                </c:pt>
                <c:pt idx="10">
                  <c:v>7.78</c:v>
                </c:pt>
                <c:pt idx="11">
                  <c:v>9.84</c:v>
                </c:pt>
                <c:pt idx="12">
                  <c:v>29.29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DAC-437C-BF16-C44604BEB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768192"/>
        <c:axId val="515659248"/>
        <c:extLst>
          <c:ext xmlns:c15="http://schemas.microsoft.com/office/drawing/2012/chart" uri="{02D57815-91ED-43cb-92C2-25804820EDAC}">
            <c15:filteredScatte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AMF</c:v>
                      </c:pt>
                    </c:strCache>
                  </c:strRef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Sheet1!$A$2:$A$14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7</c:v>
                      </c:pt>
                      <c:pt idx="1">
                        <c:v>8</c:v>
                      </c:pt>
                      <c:pt idx="2">
                        <c:v>9</c:v>
                      </c:pt>
                      <c:pt idx="3">
                        <c:v>9</c:v>
                      </c:pt>
                      <c:pt idx="4">
                        <c:v>10</c:v>
                      </c:pt>
                      <c:pt idx="5">
                        <c:v>10</c:v>
                      </c:pt>
                      <c:pt idx="6">
                        <c:v>24</c:v>
                      </c:pt>
                      <c:pt idx="7">
                        <c:v>24</c:v>
                      </c:pt>
                      <c:pt idx="8">
                        <c:v>41</c:v>
                      </c:pt>
                      <c:pt idx="9">
                        <c:v>54</c:v>
                      </c:pt>
                      <c:pt idx="10">
                        <c:v>119</c:v>
                      </c:pt>
                      <c:pt idx="11">
                        <c:v>1559</c:v>
                      </c:pt>
                      <c:pt idx="12">
                        <c:v>39917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Sheet1!$D$2:$D$14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1.63</c:v>
                      </c:pt>
                      <c:pt idx="1">
                        <c:v>18.239999999999998</c:v>
                      </c:pt>
                      <c:pt idx="2">
                        <c:v>5.8</c:v>
                      </c:pt>
                      <c:pt idx="3">
                        <c:v>5.8</c:v>
                      </c:pt>
                      <c:pt idx="4">
                        <c:v>5.36</c:v>
                      </c:pt>
                      <c:pt idx="5">
                        <c:v>5.33</c:v>
                      </c:pt>
                      <c:pt idx="6">
                        <c:v>7.19</c:v>
                      </c:pt>
                      <c:pt idx="7">
                        <c:v>7.2</c:v>
                      </c:pt>
                      <c:pt idx="8">
                        <c:v>8.64</c:v>
                      </c:pt>
                      <c:pt idx="9">
                        <c:v>4.88</c:v>
                      </c:pt>
                      <c:pt idx="10">
                        <c:v>3.12</c:v>
                      </c:pt>
                      <c:pt idx="11">
                        <c:v>1.04</c:v>
                      </c:pt>
                      <c:pt idx="12">
                        <c:v>0.87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5DAC-437C-BF16-C44604BEBD84}"/>
                  </c:ext>
                </c:extLst>
              </c15:ser>
            </c15:filteredScatterSeries>
          </c:ext>
        </c:extLst>
      </c:scatterChart>
      <c:valAx>
        <c:axId val="486768192"/>
        <c:scaling>
          <c:logBase val="10"/>
          <c:orientation val="minMax"/>
          <c:min val="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noProof="0" dirty="0"/>
                  <a:t># features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659248"/>
        <c:crosses val="autoZero"/>
        <c:crossBetween val="midCat"/>
      </c:valAx>
      <c:valAx>
        <c:axId val="51565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noProof="0" dirty="0"/>
                  <a:t>Speedup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681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VHT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AGR(a)</c:v>
                </c:pt>
                <c:pt idx="1">
                  <c:v>LED(a)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82-43AE-9555-06C8315C5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AGR(a)</c:v>
                </c:pt>
                <c:pt idx="1">
                  <c:v>LED(a)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21.8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82-43AE-9555-06C8315C53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71262928"/>
        <c:axId val="447899280"/>
        <c:axId val="0"/>
      </c:bar3DChart>
      <c:catAx>
        <c:axId val="771262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Ubuntu Sans"/>
                <a:ea typeface="+mn-ea"/>
                <a:cs typeface="+mn-cs"/>
              </a:defRPr>
            </a:pPr>
            <a:endParaRPr lang="en-US"/>
          </a:p>
        </c:txPr>
        <c:crossAx val="447899280"/>
        <c:crosses val="autoZero"/>
        <c:auto val="1"/>
        <c:lblAlgn val="ctr"/>
        <c:lblOffset val="100"/>
        <c:noMultiLvlLbl val="0"/>
      </c:catAx>
      <c:valAx>
        <c:axId val="44789928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71262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Ubuntu Sans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ADS</c:v>
                </c:pt>
                <c:pt idx="5">
                  <c:v>Nomao</c:v>
                </c:pt>
                <c:pt idx="6">
                  <c:v>Spam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18.57</c:v>
                </c:pt>
                <c:pt idx="1">
                  <c:v>8.64</c:v>
                </c:pt>
                <c:pt idx="2">
                  <c:v>10.14</c:v>
                </c:pt>
                <c:pt idx="3">
                  <c:v>11.44</c:v>
                </c:pt>
                <c:pt idx="4">
                  <c:v>3.73</c:v>
                </c:pt>
                <c:pt idx="5">
                  <c:v>6.74</c:v>
                </c:pt>
                <c:pt idx="6">
                  <c:v>0</c:v>
                </c:pt>
                <c:pt idx="7">
                  <c:v>5.82</c:v>
                </c:pt>
                <c:pt idx="8">
                  <c:v>5.96</c:v>
                </c:pt>
                <c:pt idx="9">
                  <c:v>15.9</c:v>
                </c:pt>
                <c:pt idx="10">
                  <c:v>16</c:v>
                </c:pt>
                <c:pt idx="11">
                  <c:v>10.34</c:v>
                </c:pt>
                <c:pt idx="12">
                  <c:v>9.2100000000000009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24-46E2-8766-2117BD130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5656496"/>
        <c:axId val="1630729968"/>
        <c:axId val="0"/>
      </c:bar3DChart>
      <c:catAx>
        <c:axId val="10556564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0729968"/>
        <c:crosses val="autoZero"/>
        <c:auto val="1"/>
        <c:lblAlgn val="ctr"/>
        <c:lblOffset val="100"/>
        <c:noMultiLvlLbl val="0"/>
      </c:catAx>
      <c:valAx>
        <c:axId val="1630729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656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1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24</c:v>
                </c:pt>
                <c:pt idx="7">
                  <c:v>24</c:v>
                </c:pt>
                <c:pt idx="8">
                  <c:v>41</c:v>
                </c:pt>
                <c:pt idx="9">
                  <c:v>54</c:v>
                </c:pt>
                <c:pt idx="10">
                  <c:v>119</c:v>
                </c:pt>
                <c:pt idx="11">
                  <c:v>1559</c:v>
                </c:pt>
                <c:pt idx="12">
                  <c:v>39917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88.59</c:v>
                </c:pt>
                <c:pt idx="1">
                  <c:v>63.85</c:v>
                </c:pt>
                <c:pt idx="2">
                  <c:v>72.88</c:v>
                </c:pt>
                <c:pt idx="3">
                  <c:v>77.87</c:v>
                </c:pt>
                <c:pt idx="4">
                  <c:v>92.62</c:v>
                </c:pt>
                <c:pt idx="5">
                  <c:v>93.12</c:v>
                </c:pt>
                <c:pt idx="6">
                  <c:v>96.86</c:v>
                </c:pt>
                <c:pt idx="7">
                  <c:v>97.13</c:v>
                </c:pt>
                <c:pt idx="8">
                  <c:v>79.69</c:v>
                </c:pt>
                <c:pt idx="9">
                  <c:v>81.819999999999993</c:v>
                </c:pt>
                <c:pt idx="10">
                  <c:v>73.03</c:v>
                </c:pt>
                <c:pt idx="11">
                  <c:v>35.03</c:v>
                </c:pt>
                <c:pt idx="12">
                  <c:v>26.99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6A2-45C0-8B54-6CD7DB386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768192"/>
        <c:axId val="515659248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Sheet1!$A$2:$A$14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7</c:v>
                      </c:pt>
                      <c:pt idx="1">
                        <c:v>8</c:v>
                      </c:pt>
                      <c:pt idx="2">
                        <c:v>9</c:v>
                      </c:pt>
                      <c:pt idx="3">
                        <c:v>9</c:v>
                      </c:pt>
                      <c:pt idx="4">
                        <c:v>10</c:v>
                      </c:pt>
                      <c:pt idx="5">
                        <c:v>10</c:v>
                      </c:pt>
                      <c:pt idx="6">
                        <c:v>24</c:v>
                      </c:pt>
                      <c:pt idx="7">
                        <c:v>24</c:v>
                      </c:pt>
                      <c:pt idx="8">
                        <c:v>41</c:v>
                      </c:pt>
                      <c:pt idx="9">
                        <c:v>54</c:v>
                      </c:pt>
                      <c:pt idx="10">
                        <c:v>119</c:v>
                      </c:pt>
                      <c:pt idx="11">
                        <c:v>1559</c:v>
                      </c:pt>
                      <c:pt idx="12">
                        <c:v>39917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Sheet1!$C$2:$C$14</c15:sqref>
                        </c15:formulaRef>
                      </c:ext>
                    </c:extLst>
                    <c:numCache>
                      <c:formatCode>General</c:formatCode>
                      <c:ptCount val="13"/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0-E6A2-45C0-8B54-6CD7DB386371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7</c:v>
                      </c:pt>
                      <c:pt idx="1">
                        <c:v>8</c:v>
                      </c:pt>
                      <c:pt idx="2">
                        <c:v>9</c:v>
                      </c:pt>
                      <c:pt idx="3">
                        <c:v>9</c:v>
                      </c:pt>
                      <c:pt idx="4">
                        <c:v>10</c:v>
                      </c:pt>
                      <c:pt idx="5">
                        <c:v>10</c:v>
                      </c:pt>
                      <c:pt idx="6">
                        <c:v>24</c:v>
                      </c:pt>
                      <c:pt idx="7">
                        <c:v>24</c:v>
                      </c:pt>
                      <c:pt idx="8">
                        <c:v>41</c:v>
                      </c:pt>
                      <c:pt idx="9">
                        <c:v>54</c:v>
                      </c:pt>
                      <c:pt idx="10">
                        <c:v>119</c:v>
                      </c:pt>
                      <c:pt idx="11">
                        <c:v>1559</c:v>
                      </c:pt>
                      <c:pt idx="12">
                        <c:v>39917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Sheet1!$D$2:$D$14</c15:sqref>
                        </c15:formulaRef>
                      </c:ext>
                    </c:extLst>
                    <c:numCache>
                      <c:formatCode>General</c:formatCode>
                      <c:ptCount val="13"/>
                    </c:numCache>
                  </c:numRef>
                </c:y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E6A2-45C0-8B54-6CD7DB386371}"/>
                  </c:ext>
                </c:extLst>
              </c15:ser>
            </c15:filteredScatterSeries>
          </c:ext>
        </c:extLst>
      </c:scatterChart>
      <c:valAx>
        <c:axId val="486768192"/>
        <c:scaling>
          <c:logBase val="10"/>
          <c:orientation val="minMax"/>
          <c:min val="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noProof="0" dirty="0"/>
                  <a:t># features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659248"/>
        <c:crosses val="autoZero"/>
        <c:crossBetween val="midCat"/>
      </c:valAx>
      <c:valAx>
        <c:axId val="515659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noProof="0" dirty="0"/>
                  <a:t>Speedup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7681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159.94725011327799</c:v>
                </c:pt>
                <c:pt idx="1">
                  <c:v>303.37979845713301</c:v>
                </c:pt>
                <c:pt idx="2">
                  <c:v>476.19790676895502</c:v>
                </c:pt>
                <c:pt idx="3">
                  <c:v>674.14529732978895</c:v>
                </c:pt>
                <c:pt idx="4">
                  <c:v>897.32017503734403</c:v>
                </c:pt>
                <c:pt idx="5">
                  <c:v>867.03515590740506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364-4C15-8BFF-B9A32E30C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1656272"/>
        <c:axId val="1199436912"/>
      </c:scatte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1.8967490734743679</c:v>
                </c:pt>
                <c:pt idx="2">
                  <c:v>2.9772184669114456</c:v>
                </c:pt>
                <c:pt idx="3">
                  <c:v>4.2147976714344582</c:v>
                </c:pt>
                <c:pt idx="4">
                  <c:v>5.6101006700761848</c:v>
                </c:pt>
                <c:pt idx="5">
                  <c:v>5.4207568763661307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364-4C15-8BFF-B9A32E30C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9312112"/>
        <c:axId val="1199305392"/>
      </c:scatterChart>
      <c:valAx>
        <c:axId val="1211656272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#</a:t>
                </a:r>
                <a:r>
                  <a:rPr lang="en-US" baseline="0" noProof="0" dirty="0"/>
                  <a:t> cores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_);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9436912"/>
        <c:crosses val="autoZero"/>
        <c:crossBetween val="midCat"/>
        <c:majorUnit val="8"/>
        <c:minorUnit val="2"/>
      </c:valAx>
      <c:valAx>
        <c:axId val="1199436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1656272"/>
        <c:crosses val="autoZero"/>
        <c:crossBetween val="midCat"/>
      </c:valAx>
      <c:valAx>
        <c:axId val="1199305392"/>
        <c:scaling>
          <c:orientation val="minMax"/>
          <c:max val="3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9312112"/>
        <c:crosses val="max"/>
        <c:crossBetween val="midCat"/>
      </c:valAx>
      <c:valAx>
        <c:axId val="1199312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93053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11076.7739673086</c:v>
                </c:pt>
                <c:pt idx="1">
                  <c:v>21761.6790795704</c:v>
                </c:pt>
                <c:pt idx="2">
                  <c:v>36383.522227542402</c:v>
                </c:pt>
                <c:pt idx="3">
                  <c:v>56046.7429773658</c:v>
                </c:pt>
                <c:pt idx="4">
                  <c:v>88346.061794100402</c:v>
                </c:pt>
                <c:pt idx="5">
                  <c:v>138672.89545375199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A5-4A44-BAA0-3A5428965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11656272"/>
        <c:axId val="1199436912"/>
      </c:scatte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xVal>
          <c:yVal>
            <c:numRef>
              <c:f>Sheet1!$C$2:$C$7</c:f>
              <c:numCache>
                <c:formatCode>0.00</c:formatCode>
                <c:ptCount val="6"/>
                <c:pt idx="0">
                  <c:v>1</c:v>
                </c:pt>
                <c:pt idx="1">
                  <c:v>1.9646224743591103</c:v>
                </c:pt>
                <c:pt idx="2">
                  <c:v>3.2846677502784467</c:v>
                </c:pt>
                <c:pt idx="3">
                  <c:v>5.059843519672711</c:v>
                </c:pt>
                <c:pt idx="4">
                  <c:v>7.9757934986161363</c:v>
                </c:pt>
                <c:pt idx="5">
                  <c:v>12.519249364754014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A5-4A44-BAA0-3A5428965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9312112"/>
        <c:axId val="1199305392"/>
      </c:scatterChart>
      <c:valAx>
        <c:axId val="1211656272"/>
        <c:scaling>
          <c:orientation val="minMax"/>
          <c:max val="3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# cores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_);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9436912"/>
        <c:crosses val="autoZero"/>
        <c:crossBetween val="midCat"/>
        <c:majorUnit val="8"/>
        <c:minorUnit val="2"/>
      </c:valAx>
      <c:valAx>
        <c:axId val="1199436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1656272"/>
        <c:crosses val="autoZero"/>
        <c:crossBetween val="midCat"/>
      </c:valAx>
      <c:valAx>
        <c:axId val="1199305392"/>
        <c:scaling>
          <c:orientation val="minMax"/>
          <c:max val="30"/>
        </c:scaling>
        <c:delete val="0"/>
        <c:axPos val="r"/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9312112"/>
        <c:crosses val="max"/>
        <c:crossBetween val="midCat"/>
      </c:valAx>
      <c:valAx>
        <c:axId val="1199312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9305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352F9-FC7C-4E6F-8E4A-44B1BC4A8FC0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CF6B1-C08E-4CBB-ADB5-FA86AF9F0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46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Buongiorno a tutti,</a:t>
            </a:r>
          </a:p>
          <a:p>
            <a:r>
              <a:rPr lang="en-GB" dirty="0"/>
              <a:t>Sono Antonio Sulfaro e </a:t>
            </a:r>
            <a:r>
              <a:rPr lang="en-GB" dirty="0" err="1"/>
              <a:t>oggi</a:t>
            </a:r>
            <a:r>
              <a:rPr lang="en-GB" dirty="0"/>
              <a:t> vi </a:t>
            </a:r>
            <a:r>
              <a:rPr lang="en-GB" dirty="0" err="1"/>
              <a:t>presento</a:t>
            </a:r>
            <a:r>
              <a:rPr lang="en-GB" dirty="0"/>
              <a:t> la mia </a:t>
            </a:r>
            <a:r>
              <a:rPr lang="en-GB" dirty="0" err="1"/>
              <a:t>tesi</a:t>
            </a:r>
            <a:r>
              <a:rPr lang="en-GB" dirty="0"/>
              <a:t> </a:t>
            </a:r>
            <a:r>
              <a:rPr lang="en-GB" dirty="0" err="1"/>
              <a:t>magistrale</a:t>
            </a:r>
            <a:r>
              <a:rPr lang="en-GB" dirty="0"/>
              <a:t> dal </a:t>
            </a:r>
            <a:r>
              <a:rPr lang="en-GB" dirty="0" err="1"/>
              <a:t>titolo</a:t>
            </a:r>
            <a:r>
              <a:rPr lang="en-GB" dirty="0"/>
              <a:t> “Distributed streaming ensemble methods in Renoir”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74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L’obiettivo</a:t>
            </a:r>
            <a:r>
              <a:rPr lang="en-GB" dirty="0"/>
              <a:t> del </a:t>
            </a:r>
            <a:r>
              <a:rPr lang="en-GB" dirty="0" err="1"/>
              <a:t>lavoro</a:t>
            </a:r>
            <a:r>
              <a:rPr lang="en-GB" dirty="0"/>
              <a:t> è lo </a:t>
            </a:r>
            <a:r>
              <a:rPr lang="en-GB" dirty="0" err="1"/>
              <a:t>sviluppo</a:t>
            </a:r>
            <a:r>
              <a:rPr lang="en-GB" dirty="0"/>
              <a:t> di un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unico</a:t>
            </a:r>
            <a:r>
              <a:rPr lang="en-GB" dirty="0"/>
              <a:t>, </a:t>
            </a:r>
            <a:r>
              <a:rPr lang="en-GB" dirty="0" err="1"/>
              <a:t>modulare</a:t>
            </a:r>
            <a:r>
              <a:rPr lang="en-GB" dirty="0"/>
              <a:t> e </a:t>
            </a:r>
            <a:r>
              <a:rPr lang="en-GB" dirty="0" err="1"/>
              <a:t>scalabile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campo </a:t>
            </a:r>
            <a:r>
              <a:rPr lang="en-GB" dirty="0" err="1"/>
              <a:t>dello</a:t>
            </a:r>
            <a:r>
              <a:rPr lang="en-GB" dirty="0"/>
              <a:t> streaming Machine Learning </a:t>
            </a:r>
            <a:r>
              <a:rPr lang="en-GB" dirty="0" err="1"/>
              <a:t>distribuito</a:t>
            </a:r>
            <a:r>
              <a:rPr lang="en-GB" dirty="0"/>
              <a:t>, </a:t>
            </a:r>
            <a:r>
              <a:rPr lang="en-GB" dirty="0" err="1"/>
              <a:t>progettato</a:t>
            </a:r>
            <a:r>
              <a:rPr lang="en-GB" dirty="0"/>
              <a:t> per </a:t>
            </a:r>
            <a:r>
              <a:rPr lang="en-GB" dirty="0" err="1"/>
              <a:t>superare</a:t>
            </a:r>
            <a:r>
              <a:rPr lang="en-GB" dirty="0"/>
              <a:t> le performance </a:t>
            </a:r>
            <a:r>
              <a:rPr lang="en-GB" dirty="0" err="1"/>
              <a:t>dello</a:t>
            </a:r>
            <a:r>
              <a:rPr lang="en-GB" dirty="0"/>
              <a:t> </a:t>
            </a:r>
            <a:r>
              <a:rPr lang="en-GB" dirty="0" err="1"/>
              <a:t>stato</a:t>
            </a:r>
            <a:r>
              <a:rPr lang="en-GB" dirty="0"/>
              <a:t> dell’arte </a:t>
            </a:r>
            <a:r>
              <a:rPr lang="en-GB" dirty="0" err="1"/>
              <a:t>attuale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327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L’agenda</a:t>
            </a:r>
            <a:r>
              <a:rPr lang="en-GB" dirty="0"/>
              <a:t> di </a:t>
            </a:r>
            <a:r>
              <a:rPr lang="en-GB" dirty="0" err="1"/>
              <a:t>oggi</a:t>
            </a:r>
            <a:r>
              <a:rPr lang="en-GB" dirty="0"/>
              <a:t> </a:t>
            </a:r>
            <a:r>
              <a:rPr lang="en-GB" dirty="0" err="1"/>
              <a:t>prevede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breve </a:t>
            </a:r>
            <a:r>
              <a:rPr lang="en-GB" dirty="0" err="1"/>
              <a:t>introduzione</a:t>
            </a:r>
            <a:r>
              <a:rPr lang="en-GB" dirty="0"/>
              <a:t> </a:t>
            </a:r>
            <a:r>
              <a:rPr lang="en-GB" dirty="0" err="1"/>
              <a:t>sul</a:t>
            </a:r>
            <a:r>
              <a:rPr lang="en-GB" dirty="0"/>
              <a:t> background </a:t>
            </a:r>
            <a:r>
              <a:rPr lang="en-GB" dirty="0" err="1"/>
              <a:t>tecnico</a:t>
            </a:r>
            <a:r>
              <a:rPr lang="en-GB" dirty="0"/>
              <a:t> </a:t>
            </a:r>
            <a:r>
              <a:rPr lang="en-GB" dirty="0" err="1"/>
              <a:t>necessario</a:t>
            </a:r>
            <a:r>
              <a:rPr lang="en-GB" dirty="0"/>
              <a:t> a </a:t>
            </a:r>
            <a:r>
              <a:rPr lang="en-GB" dirty="0" err="1"/>
              <a:t>comprendere</a:t>
            </a:r>
            <a:r>
              <a:rPr lang="en-GB" dirty="0"/>
              <a:t> il </a:t>
            </a:r>
            <a:r>
              <a:rPr lang="en-GB" dirty="0" err="1"/>
              <a:t>contesto</a:t>
            </a:r>
            <a:r>
              <a:rPr lang="en-GB" dirty="0"/>
              <a:t>, </a:t>
            </a:r>
            <a:r>
              <a:rPr lang="en-GB" dirty="0" err="1"/>
              <a:t>seguita</a:t>
            </a:r>
            <a:r>
              <a:rPr lang="en-GB" dirty="0"/>
              <a:t> </a:t>
            </a:r>
            <a:r>
              <a:rPr lang="en-GB" dirty="0" err="1"/>
              <a:t>dalla</a:t>
            </a:r>
            <a:r>
              <a:rPr lang="en-GB" dirty="0"/>
              <a:t> </a:t>
            </a:r>
            <a:r>
              <a:rPr lang="en-GB" dirty="0" err="1"/>
              <a:t>descrizione</a:t>
            </a:r>
            <a:r>
              <a:rPr lang="en-GB" dirty="0"/>
              <a:t> </a:t>
            </a:r>
            <a:r>
              <a:rPr lang="en-GB" dirty="0" err="1"/>
              <a:t>dell'architettura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implementato</a:t>
            </a:r>
            <a:r>
              <a:rPr lang="en-GB" dirty="0"/>
              <a:t>. </a:t>
            </a:r>
            <a:r>
              <a:rPr lang="en-GB" dirty="0" err="1"/>
              <a:t>Concluderemo</a:t>
            </a:r>
            <a:r>
              <a:rPr lang="en-GB" dirty="0"/>
              <a:t> poi con </a:t>
            </a:r>
            <a:r>
              <a:rPr lang="en-GB" dirty="0" err="1"/>
              <a:t>l'analisi</a:t>
            </a:r>
            <a:r>
              <a:rPr lang="en-GB" dirty="0"/>
              <a:t> </a:t>
            </a:r>
            <a:r>
              <a:rPr lang="en-GB" dirty="0" err="1"/>
              <a:t>dell'intero</a:t>
            </a:r>
            <a:r>
              <a:rPr lang="en-GB" dirty="0"/>
              <a:t> set di </a:t>
            </a:r>
            <a:r>
              <a:rPr lang="en-GB" dirty="0" err="1"/>
              <a:t>esperimenti</a:t>
            </a:r>
            <a:r>
              <a:rPr lang="en-GB" dirty="0"/>
              <a:t> e delle </a:t>
            </a:r>
            <a:r>
              <a:rPr lang="en-GB" dirty="0" err="1"/>
              <a:t>valutazioni</a:t>
            </a:r>
            <a:r>
              <a:rPr lang="en-GB" dirty="0"/>
              <a:t> </a:t>
            </a:r>
            <a:r>
              <a:rPr lang="en-GB" dirty="0" err="1"/>
              <a:t>prestazionali</a:t>
            </a:r>
            <a:r>
              <a:rPr lang="en-GB" dirty="0"/>
              <a:t> </a:t>
            </a:r>
            <a:r>
              <a:rPr lang="en-GB" dirty="0" err="1"/>
              <a:t>svolte</a:t>
            </a:r>
            <a:r>
              <a:rPr lang="en-GB" dirty="0"/>
              <a:t> </a:t>
            </a:r>
            <a:r>
              <a:rPr lang="en-GB" dirty="0" err="1"/>
              <a:t>sul</a:t>
            </a:r>
            <a:r>
              <a:rPr lang="en-GB" dirty="0"/>
              <a:t> </a:t>
            </a:r>
            <a:r>
              <a:rPr lang="en-GB" dirty="0" err="1"/>
              <a:t>sistema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547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F5A9D-255B-FEA1-2DC9-BA202AF1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E1681A-9C34-552C-602A-B9CF41EB0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94FEFA1-BFEC-F859-AFE6-0750DC983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Per </a:t>
            </a:r>
            <a:r>
              <a:rPr lang="en-GB" dirty="0" err="1"/>
              <a:t>rispondere</a:t>
            </a:r>
            <a:r>
              <a:rPr lang="en-GB" dirty="0"/>
              <a:t> alla sempre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presente</a:t>
            </a:r>
            <a:r>
              <a:rPr lang="en-GB" dirty="0"/>
              <a:t> </a:t>
            </a:r>
            <a:r>
              <a:rPr lang="en-GB" dirty="0" err="1"/>
              <a:t>esigenza</a:t>
            </a:r>
            <a:r>
              <a:rPr lang="en-GB" dirty="0"/>
              <a:t> di </a:t>
            </a:r>
            <a:r>
              <a:rPr lang="en-GB" dirty="0" err="1"/>
              <a:t>gestire</a:t>
            </a:r>
            <a:r>
              <a:rPr lang="en-GB" dirty="0"/>
              <a:t> </a:t>
            </a:r>
            <a:r>
              <a:rPr lang="en-GB" dirty="0" err="1"/>
              <a:t>flussi</a:t>
            </a:r>
            <a:r>
              <a:rPr lang="en-GB" dirty="0"/>
              <a:t> di </a:t>
            </a:r>
            <a:r>
              <a:rPr lang="en-GB" dirty="0" err="1"/>
              <a:t>dati</a:t>
            </a:r>
            <a:r>
              <a:rPr lang="en-GB" dirty="0"/>
              <a:t> </a:t>
            </a:r>
            <a:r>
              <a:rPr lang="en-GB" dirty="0" err="1"/>
              <a:t>veloci</a:t>
            </a:r>
            <a:r>
              <a:rPr lang="en-GB" dirty="0"/>
              <a:t> e </a:t>
            </a:r>
            <a:r>
              <a:rPr lang="en-GB" dirty="0" err="1"/>
              <a:t>variabili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tempo, </a:t>
            </a:r>
            <a:r>
              <a:rPr lang="en-GB" dirty="0" err="1"/>
              <a:t>subentra</a:t>
            </a:r>
            <a:r>
              <a:rPr lang="en-GB" dirty="0"/>
              <a:t> lo Streaming Machine Learning, un </a:t>
            </a:r>
            <a:r>
              <a:rPr lang="en-GB" dirty="0" err="1"/>
              <a:t>tipo</a:t>
            </a:r>
            <a:r>
              <a:rPr lang="en-GB" dirty="0"/>
              <a:t> di ML </a:t>
            </a:r>
            <a:r>
              <a:rPr lang="en-GB" dirty="0" err="1"/>
              <a:t>basato</a:t>
            </a:r>
            <a:r>
              <a:rPr lang="en-GB" dirty="0"/>
              <a:t> </a:t>
            </a:r>
            <a:r>
              <a:rPr lang="en-GB" dirty="0" err="1"/>
              <a:t>sull'apprendimento</a:t>
            </a:r>
            <a:r>
              <a:rPr lang="en-GB" dirty="0"/>
              <a:t> online con quattro </a:t>
            </a:r>
            <a:r>
              <a:rPr lang="en-GB" dirty="0" err="1"/>
              <a:t>principi</a:t>
            </a:r>
            <a:r>
              <a:rPr lang="en-GB" dirty="0"/>
              <a:t> </a:t>
            </a:r>
            <a:r>
              <a:rPr lang="en-GB" dirty="0" err="1"/>
              <a:t>cardine</a:t>
            </a:r>
            <a:r>
              <a:rPr lang="en-GB" dirty="0"/>
              <a:t>: </a:t>
            </a:r>
          </a:p>
          <a:p>
            <a:r>
              <a:rPr lang="en-GB" b="1" dirty="0" err="1"/>
              <a:t>l'analisi</a:t>
            </a:r>
            <a:r>
              <a:rPr lang="en-GB" b="1" dirty="0"/>
              <a:t> a </a:t>
            </a:r>
            <a:r>
              <a:rPr lang="en-GB" b="1" dirty="0" err="1"/>
              <a:t>singolo</a:t>
            </a:r>
            <a:r>
              <a:rPr lang="en-GB" b="1" dirty="0"/>
              <a:t> passaggio del </a:t>
            </a:r>
            <a:r>
              <a:rPr lang="en-GB" b="1" dirty="0" err="1"/>
              <a:t>dato</a:t>
            </a:r>
            <a:r>
              <a:rPr lang="en-GB" dirty="0"/>
              <a:t> e un </a:t>
            </a:r>
            <a:r>
              <a:rPr lang="en-GB" b="1" dirty="0" err="1"/>
              <a:t>utilizzo</a:t>
            </a:r>
            <a:r>
              <a:rPr lang="en-GB" b="1" dirty="0"/>
              <a:t> di memoria </a:t>
            </a:r>
            <a:r>
              <a:rPr lang="en-GB" b="1" dirty="0" err="1"/>
              <a:t>costante</a:t>
            </a:r>
            <a:r>
              <a:rPr lang="en-GB" dirty="0"/>
              <a:t> — </a:t>
            </a:r>
            <a:r>
              <a:rPr lang="en-GB" dirty="0" err="1"/>
              <a:t>poiché</a:t>
            </a:r>
            <a:r>
              <a:rPr lang="en-GB" dirty="0"/>
              <a:t> </a:t>
            </a:r>
            <a:r>
              <a:rPr lang="en-GB" dirty="0" err="1"/>
              <a:t>l'intero</a:t>
            </a:r>
            <a:r>
              <a:rPr lang="en-GB" dirty="0"/>
              <a:t> dataset non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memorizzato</a:t>
            </a:r>
            <a:r>
              <a:rPr lang="en-GB" dirty="0"/>
              <a:t> —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quali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traducono</a:t>
            </a:r>
            <a:r>
              <a:rPr lang="en-GB" dirty="0"/>
              <a:t> in un </a:t>
            </a:r>
            <a:r>
              <a:rPr lang="en-GB" b="1" dirty="0" err="1"/>
              <a:t>addestramento</a:t>
            </a:r>
            <a:r>
              <a:rPr lang="en-GB" b="1" dirty="0"/>
              <a:t> e in </a:t>
            </a:r>
            <a:r>
              <a:rPr lang="en-GB" b="1" dirty="0" err="1"/>
              <a:t>predizioni</a:t>
            </a:r>
            <a:r>
              <a:rPr lang="en-GB" b="1" dirty="0"/>
              <a:t> </a:t>
            </a:r>
            <a:r>
              <a:rPr lang="en-GB" b="1" dirty="0" err="1"/>
              <a:t>istantanei</a:t>
            </a:r>
            <a:r>
              <a:rPr lang="en-GB" dirty="0"/>
              <a:t>, </a:t>
            </a:r>
            <a:r>
              <a:rPr lang="en-GB" dirty="0" err="1"/>
              <a:t>oltre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nella</a:t>
            </a:r>
            <a:r>
              <a:rPr lang="en-GB" dirty="0"/>
              <a:t> </a:t>
            </a:r>
            <a:r>
              <a:rPr lang="en-GB" b="1" dirty="0" err="1"/>
              <a:t>capacità</a:t>
            </a:r>
            <a:r>
              <a:rPr lang="en-GB" b="1" dirty="0"/>
              <a:t> di </a:t>
            </a:r>
            <a:r>
              <a:rPr lang="en-GB" b="1" dirty="0" err="1"/>
              <a:t>adattarsi</a:t>
            </a:r>
            <a:r>
              <a:rPr lang="en-GB" dirty="0"/>
              <a:t> in tempo </a:t>
            </a:r>
            <a:r>
              <a:rPr lang="en-GB" dirty="0" err="1"/>
              <a:t>reale</a:t>
            </a:r>
            <a:r>
              <a:rPr lang="en-GB" dirty="0"/>
              <a:t> al </a:t>
            </a:r>
            <a:r>
              <a:rPr lang="en-GB" i="1" dirty="0"/>
              <a:t>concept drift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Il </a:t>
            </a:r>
            <a:r>
              <a:rPr lang="en-GB" i="1" dirty="0"/>
              <a:t>concept drift</a:t>
            </a:r>
            <a:r>
              <a:rPr lang="en-GB" dirty="0"/>
              <a:t> è il </a:t>
            </a:r>
            <a:r>
              <a:rPr lang="en-GB" dirty="0" err="1"/>
              <a:t>fenomeno</a:t>
            </a:r>
            <a:r>
              <a:rPr lang="en-GB" dirty="0"/>
              <a:t> per cui le </a:t>
            </a:r>
            <a:r>
              <a:rPr lang="en-GB" dirty="0" err="1"/>
              <a:t>relazioni</a:t>
            </a:r>
            <a:r>
              <a:rPr lang="en-GB" dirty="0"/>
              <a:t> </a:t>
            </a:r>
            <a:r>
              <a:rPr lang="en-GB" dirty="0" err="1"/>
              <a:t>statistiche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dati</a:t>
            </a:r>
            <a:r>
              <a:rPr lang="en-GB" dirty="0"/>
              <a:t> di input e il target </a:t>
            </a:r>
            <a:r>
              <a:rPr lang="en-GB" dirty="0" err="1"/>
              <a:t>cambiano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tempo, </a:t>
            </a:r>
            <a:r>
              <a:rPr lang="en-GB" dirty="0" err="1"/>
              <a:t>degradando</a:t>
            </a:r>
            <a:r>
              <a:rPr lang="en-GB" dirty="0"/>
              <a:t> </a:t>
            </a:r>
            <a:r>
              <a:rPr lang="en-GB" dirty="0" err="1"/>
              <a:t>l'accuratezza</a:t>
            </a:r>
            <a:r>
              <a:rPr lang="en-GB" dirty="0"/>
              <a:t> del </a:t>
            </a:r>
            <a:r>
              <a:rPr lang="en-GB" dirty="0" err="1"/>
              <a:t>modello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26F271-B4C9-2FE4-23D5-02D24FB07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695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Il nostro </a:t>
            </a:r>
            <a:r>
              <a:rPr lang="en-GB" dirty="0" err="1"/>
              <a:t>lavoro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concentra</a:t>
            </a:r>
            <a:r>
              <a:rPr lang="en-GB" dirty="0"/>
              <a:t> in </a:t>
            </a:r>
            <a:r>
              <a:rPr lang="en-GB" dirty="0" err="1"/>
              <a:t>particolare</a:t>
            </a:r>
            <a:r>
              <a:rPr lang="en-GB" dirty="0"/>
              <a:t> </a:t>
            </a:r>
            <a:r>
              <a:rPr lang="en-GB" dirty="0" err="1"/>
              <a:t>sugli</a:t>
            </a:r>
            <a:r>
              <a:rPr lang="en-GB" dirty="0"/>
              <a:t> </a:t>
            </a:r>
            <a:r>
              <a:rPr lang="en-GB" i="1" dirty="0"/>
              <a:t>ensemble methods</a:t>
            </a:r>
            <a:r>
              <a:rPr lang="en-GB" dirty="0"/>
              <a:t>,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tecnica</a:t>
            </a:r>
            <a:r>
              <a:rPr lang="en-GB" dirty="0"/>
              <a:t> di Machine Learning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aggrega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risultati</a:t>
            </a:r>
            <a:r>
              <a:rPr lang="en-GB" dirty="0"/>
              <a:t> di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modelli</a:t>
            </a:r>
            <a:r>
              <a:rPr lang="en-GB" dirty="0"/>
              <a:t> — </a:t>
            </a:r>
            <a:r>
              <a:rPr lang="en-GB" dirty="0" err="1"/>
              <a:t>detti</a:t>
            </a:r>
            <a:r>
              <a:rPr lang="en-GB" dirty="0"/>
              <a:t> </a:t>
            </a:r>
            <a:r>
              <a:rPr lang="en-GB" i="1" dirty="0"/>
              <a:t>base learner</a:t>
            </a:r>
            <a:r>
              <a:rPr lang="en-GB" dirty="0"/>
              <a:t> — in un </a:t>
            </a:r>
            <a:r>
              <a:rPr lang="en-GB" dirty="0" err="1"/>
              <a:t>unico</a:t>
            </a:r>
            <a:r>
              <a:rPr lang="en-GB" dirty="0"/>
              <a:t> </a:t>
            </a:r>
            <a:r>
              <a:rPr lang="en-GB" dirty="0" err="1"/>
              <a:t>predittore</a:t>
            </a:r>
            <a:r>
              <a:rPr lang="en-GB" dirty="0"/>
              <a:t> </a:t>
            </a:r>
            <a:r>
              <a:rPr lang="en-GB" dirty="0" err="1"/>
              <a:t>robusto</a:t>
            </a:r>
            <a:r>
              <a:rPr lang="en-GB" dirty="0"/>
              <a:t>.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approccio</a:t>
            </a:r>
            <a:r>
              <a:rPr lang="en-GB" dirty="0"/>
              <a:t> </a:t>
            </a:r>
            <a:r>
              <a:rPr lang="en-GB" dirty="0" err="1"/>
              <a:t>garantisce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maggiore</a:t>
            </a:r>
            <a:r>
              <a:rPr lang="en-GB" dirty="0"/>
              <a:t> </a:t>
            </a:r>
            <a:r>
              <a:rPr lang="en-GB" dirty="0" err="1"/>
              <a:t>accuratezza</a:t>
            </a:r>
            <a:r>
              <a:rPr lang="en-GB" dirty="0"/>
              <a:t> </a:t>
            </a:r>
            <a:r>
              <a:rPr lang="en-GB" dirty="0" err="1"/>
              <a:t>complessiva</a:t>
            </a:r>
            <a:r>
              <a:rPr lang="en-GB" dirty="0"/>
              <a:t> e </a:t>
            </a:r>
            <a:r>
              <a:rPr lang="en-GB" dirty="0" err="1"/>
              <a:t>un'elevata</a:t>
            </a:r>
            <a:r>
              <a:rPr lang="en-GB" dirty="0"/>
              <a:t> </a:t>
            </a:r>
            <a:r>
              <a:rPr lang="en-GB" dirty="0" err="1"/>
              <a:t>flessibilità</a:t>
            </a:r>
            <a:r>
              <a:rPr lang="en-GB" dirty="0"/>
              <a:t> </a:t>
            </a:r>
            <a:r>
              <a:rPr lang="en-GB" dirty="0" err="1"/>
              <a:t>nell'adattamento</a:t>
            </a:r>
            <a:r>
              <a:rPr lang="en-GB" dirty="0"/>
              <a:t> ai drift.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044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DC4F-624D-FC6D-3F60-7FA51C9E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73F54C-B609-6ABE-0C25-FBEBE6449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DDCC624-14EE-70EC-AAC2-B3EF32034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</a:t>
            </a:r>
            <a:r>
              <a:rPr lang="en-GB" dirty="0" err="1"/>
              <a:t>modelli</a:t>
            </a:r>
            <a:r>
              <a:rPr lang="en-GB" dirty="0"/>
              <a:t> di ensemble </a:t>
            </a:r>
            <a:r>
              <a:rPr lang="en-GB" dirty="0" err="1"/>
              <a:t>selezionati</a:t>
            </a:r>
            <a:r>
              <a:rPr lang="en-GB" dirty="0"/>
              <a:t> per </a:t>
            </a:r>
            <a:r>
              <a:rPr lang="en-GB" dirty="0" err="1"/>
              <a:t>questa</a:t>
            </a:r>
            <a:r>
              <a:rPr lang="en-GB" dirty="0"/>
              <a:t> </a:t>
            </a:r>
            <a:r>
              <a:rPr lang="en-GB" dirty="0" err="1"/>
              <a:t>ricerca</a:t>
            </a:r>
            <a:r>
              <a:rPr lang="en-GB" dirty="0"/>
              <a:t> </a:t>
            </a:r>
            <a:r>
              <a:rPr lang="en-GB" dirty="0" err="1"/>
              <a:t>sono</a:t>
            </a:r>
            <a:r>
              <a:rPr lang="en-GB" dirty="0"/>
              <a:t>: </a:t>
            </a:r>
            <a:r>
              <a:rPr lang="en-GB" i="1" dirty="0"/>
              <a:t>Streaming Random Patches</a:t>
            </a:r>
            <a:r>
              <a:rPr lang="en-GB" dirty="0"/>
              <a:t>, </a:t>
            </a:r>
            <a:r>
              <a:rPr lang="en-GB" i="1" dirty="0"/>
              <a:t>Adaptive Random Forest</a:t>
            </a:r>
            <a:r>
              <a:rPr lang="en-GB" dirty="0"/>
              <a:t> e </a:t>
            </a:r>
            <a:r>
              <a:rPr lang="en-GB" i="1" dirty="0"/>
              <a:t>Aggregated Mondrian Forest</a:t>
            </a:r>
            <a:r>
              <a:rPr lang="en-GB" dirty="0"/>
              <a:t>. I </a:t>
            </a:r>
            <a:r>
              <a:rPr lang="en-GB" dirty="0" err="1"/>
              <a:t>primi</a:t>
            </a:r>
            <a:r>
              <a:rPr lang="en-GB" dirty="0"/>
              <a:t> due </a:t>
            </a:r>
            <a:r>
              <a:rPr lang="en-GB" dirty="0" err="1"/>
              <a:t>utilizzano</a:t>
            </a:r>
            <a:r>
              <a:rPr lang="en-GB" dirty="0"/>
              <a:t> come base learner </a:t>
            </a:r>
            <a:r>
              <a:rPr lang="en-GB" dirty="0" err="1"/>
              <a:t>gli</a:t>
            </a:r>
            <a:r>
              <a:rPr lang="en-GB" dirty="0"/>
              <a:t> </a:t>
            </a:r>
            <a:r>
              <a:rPr lang="en-GB" i="1" dirty="0" err="1"/>
              <a:t>Hoeffding</a:t>
            </a:r>
            <a:r>
              <a:rPr lang="en-GB" i="1" dirty="0"/>
              <a:t> Tree</a:t>
            </a:r>
            <a:r>
              <a:rPr lang="en-GB" dirty="0"/>
              <a:t>,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approfondiremo</a:t>
            </a:r>
            <a:r>
              <a:rPr lang="en-GB" dirty="0"/>
              <a:t> a breve, </a:t>
            </a:r>
            <a:r>
              <a:rPr lang="en-GB" dirty="0" err="1"/>
              <a:t>mentre</a:t>
            </a:r>
            <a:r>
              <a:rPr lang="en-GB" dirty="0"/>
              <a:t> AMF —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componente</a:t>
            </a:r>
            <a:r>
              <a:rPr lang="en-GB" dirty="0"/>
              <a:t> </a:t>
            </a:r>
            <a:r>
              <a:rPr lang="en-GB" dirty="0" err="1"/>
              <a:t>sviluppata</a:t>
            </a:r>
            <a:r>
              <a:rPr lang="en-GB" dirty="0"/>
              <a:t> </a:t>
            </a:r>
            <a:r>
              <a:rPr lang="en-GB" dirty="0" err="1"/>
              <a:t>principalmente</a:t>
            </a:r>
            <a:r>
              <a:rPr lang="en-GB" dirty="0"/>
              <a:t> dal </a:t>
            </a:r>
            <a:r>
              <a:rPr lang="en-GB" dirty="0" err="1"/>
              <a:t>mio</a:t>
            </a:r>
            <a:r>
              <a:rPr lang="en-GB" dirty="0"/>
              <a:t> </a:t>
            </a:r>
            <a:r>
              <a:rPr lang="en-GB" dirty="0" err="1"/>
              <a:t>collega</a:t>
            </a:r>
            <a:r>
              <a:rPr lang="en-GB" dirty="0"/>
              <a:t> Shi —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basa</a:t>
            </a:r>
            <a:r>
              <a:rPr lang="en-GB" dirty="0"/>
              <a:t> sui </a:t>
            </a:r>
            <a:r>
              <a:rPr lang="en-GB" i="1" dirty="0"/>
              <a:t>Mondrian Tree</a:t>
            </a:r>
            <a:r>
              <a:rPr lang="en-GB" dirty="0"/>
              <a:t>. Le </a:t>
            </a:r>
            <a:r>
              <a:rPr lang="en-GB" dirty="0" err="1"/>
              <a:t>differenze</a:t>
            </a:r>
            <a:r>
              <a:rPr lang="en-GB" dirty="0"/>
              <a:t> </a:t>
            </a:r>
            <a:r>
              <a:rPr lang="en-GB" dirty="0" err="1"/>
              <a:t>principali</a:t>
            </a:r>
            <a:r>
              <a:rPr lang="en-GB" dirty="0"/>
              <a:t> </a:t>
            </a:r>
            <a:r>
              <a:rPr lang="en-GB" dirty="0" err="1"/>
              <a:t>risiedono</a:t>
            </a:r>
            <a:r>
              <a:rPr lang="en-GB" dirty="0"/>
              <a:t> </a:t>
            </a:r>
            <a:r>
              <a:rPr lang="en-GB" dirty="0" err="1"/>
              <a:t>nelle</a:t>
            </a:r>
            <a:r>
              <a:rPr lang="en-GB" dirty="0"/>
              <a:t> </a:t>
            </a:r>
            <a:r>
              <a:rPr lang="en-GB" dirty="0" err="1"/>
              <a:t>modalità</a:t>
            </a:r>
            <a:r>
              <a:rPr lang="en-GB" dirty="0"/>
              <a:t> con cui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introdotta</a:t>
            </a:r>
            <a:r>
              <a:rPr lang="en-GB" dirty="0"/>
              <a:t> la </a:t>
            </a:r>
            <a:r>
              <a:rPr lang="en-GB" dirty="0" err="1"/>
              <a:t>diversità</a:t>
            </a:r>
            <a:r>
              <a:rPr lang="en-GB" dirty="0"/>
              <a:t> intra-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singoli</a:t>
            </a:r>
            <a:r>
              <a:rPr lang="en-GB" dirty="0"/>
              <a:t> </a:t>
            </a:r>
            <a:r>
              <a:rPr lang="en-GB" dirty="0" err="1"/>
              <a:t>alberi</a:t>
            </a:r>
            <a:r>
              <a:rPr lang="en-GB" dirty="0"/>
              <a:t> e </a:t>
            </a:r>
            <a:r>
              <a:rPr lang="en-GB" dirty="0" err="1"/>
              <a:t>nella</a:t>
            </a:r>
            <a:r>
              <a:rPr lang="en-GB" dirty="0"/>
              <a:t> </a:t>
            </a:r>
            <a:r>
              <a:rPr lang="en-GB" dirty="0" err="1"/>
              <a:t>gestione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drift.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CC5B94-9ED3-1170-A401-492AB1A7E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267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AB4F-F4E0-4BA1-3868-C9CDF7DF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ECD06A2-A32C-13B3-2D47-2A0FF231D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DBA4CB-6013-FB37-0B43-E96DCC2E6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</a:t>
            </a:r>
            <a:r>
              <a:rPr lang="en-GB" dirty="0" err="1"/>
              <a:t>diversità</a:t>
            </a:r>
            <a:r>
              <a:rPr lang="en-GB" dirty="0"/>
              <a:t> intra-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gestita</a:t>
            </a:r>
            <a:r>
              <a:rPr lang="en-GB" dirty="0"/>
              <a:t> da SRP e ARF </a:t>
            </a:r>
            <a:r>
              <a:rPr lang="en-GB" dirty="0" err="1"/>
              <a:t>dividendo</a:t>
            </a:r>
            <a:r>
              <a:rPr lang="en-GB" dirty="0"/>
              <a:t> lo </a:t>
            </a:r>
            <a:r>
              <a:rPr lang="en-GB" dirty="0" err="1"/>
              <a:t>spazio</a:t>
            </a:r>
            <a:r>
              <a:rPr lang="en-GB" dirty="0"/>
              <a:t> delle feature in </a:t>
            </a:r>
            <a:r>
              <a:rPr lang="en-GB" dirty="0" err="1"/>
              <a:t>sottospazi</a:t>
            </a:r>
            <a:r>
              <a:rPr lang="en-GB" dirty="0"/>
              <a:t>, </a:t>
            </a:r>
            <a:r>
              <a:rPr lang="en-GB" dirty="0" err="1"/>
              <a:t>sebbene</a:t>
            </a:r>
            <a:r>
              <a:rPr lang="en-GB" dirty="0"/>
              <a:t> con </a:t>
            </a:r>
            <a:r>
              <a:rPr lang="en-GB" dirty="0" err="1"/>
              <a:t>granularità</a:t>
            </a:r>
            <a:r>
              <a:rPr lang="en-GB" dirty="0"/>
              <a:t> </a:t>
            </a:r>
            <a:r>
              <a:rPr lang="en-GB" dirty="0" err="1"/>
              <a:t>differente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/>
              <a:t>SRP </a:t>
            </a:r>
            <a:r>
              <a:rPr lang="en-GB" dirty="0" err="1"/>
              <a:t>assegna</a:t>
            </a:r>
            <a:r>
              <a:rPr lang="en-GB" dirty="0"/>
              <a:t> un </a:t>
            </a:r>
            <a:r>
              <a:rPr lang="en-GB" dirty="0" err="1"/>
              <a:t>sottospazio</a:t>
            </a:r>
            <a:r>
              <a:rPr lang="en-GB" dirty="0"/>
              <a:t> </a:t>
            </a:r>
            <a:r>
              <a:rPr lang="en-GB" dirty="0" err="1"/>
              <a:t>casuale</a:t>
            </a:r>
            <a:r>
              <a:rPr lang="en-GB" dirty="0"/>
              <a:t> </a:t>
            </a:r>
            <a:r>
              <a:rPr lang="en-GB" dirty="0" err="1"/>
              <a:t>all'intero</a:t>
            </a:r>
            <a:r>
              <a:rPr lang="en-GB" dirty="0"/>
              <a:t> </a:t>
            </a:r>
            <a:r>
              <a:rPr lang="en-GB" dirty="0" err="1"/>
              <a:t>albero</a:t>
            </a:r>
            <a:r>
              <a:rPr lang="en-GB" dirty="0"/>
              <a:t>, </a:t>
            </a:r>
            <a:r>
              <a:rPr lang="en-GB" dirty="0" err="1"/>
              <a:t>introducendo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diversità</a:t>
            </a:r>
            <a:r>
              <a:rPr lang="en-GB" dirty="0"/>
              <a:t> 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globale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/>
              <a:t>ARF, </a:t>
            </a:r>
            <a:r>
              <a:rPr lang="en-GB" dirty="0" err="1"/>
              <a:t>invece</a:t>
            </a:r>
            <a:r>
              <a:rPr lang="en-GB" dirty="0"/>
              <a:t>, opera a </a:t>
            </a:r>
            <a:r>
              <a:rPr lang="en-GB" dirty="0" err="1"/>
              <a:t>livello</a:t>
            </a:r>
            <a:r>
              <a:rPr lang="en-GB" dirty="0"/>
              <a:t> di </a:t>
            </a:r>
            <a:r>
              <a:rPr lang="en-GB" dirty="0" err="1"/>
              <a:t>singoli</a:t>
            </a:r>
            <a:r>
              <a:rPr lang="en-GB" dirty="0"/>
              <a:t> nodi di </a:t>
            </a:r>
            <a:r>
              <a:rPr lang="en-GB" dirty="0" err="1"/>
              <a:t>ciascun</a:t>
            </a:r>
            <a:r>
              <a:rPr lang="en-GB" dirty="0"/>
              <a:t> </a:t>
            </a:r>
            <a:r>
              <a:rPr lang="en-GB" dirty="0" err="1"/>
              <a:t>albero</a:t>
            </a:r>
            <a:r>
              <a:rPr lang="en-GB" dirty="0"/>
              <a:t>, </a:t>
            </a:r>
            <a:r>
              <a:rPr lang="en-GB" dirty="0" err="1"/>
              <a:t>definendo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diversità</a:t>
            </a:r>
            <a:r>
              <a:rPr lang="en-GB" dirty="0"/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locale</a:t>
            </a:r>
            <a:r>
              <a:rPr lang="en-GB" dirty="0"/>
              <a:t>. Questa </a:t>
            </a:r>
            <a:r>
              <a:rPr lang="en-GB" dirty="0" err="1"/>
              <a:t>divergenza</a:t>
            </a:r>
            <a:r>
              <a:rPr lang="en-GB" dirty="0"/>
              <a:t> </a:t>
            </a:r>
            <a:r>
              <a:rPr lang="en-GB" dirty="0" err="1"/>
              <a:t>influisce</a:t>
            </a:r>
            <a:r>
              <a:rPr lang="en-GB" dirty="0"/>
              <a:t> </a:t>
            </a:r>
            <a:r>
              <a:rPr lang="en-GB" dirty="0" err="1"/>
              <a:t>sull'impronta</a:t>
            </a:r>
            <a:r>
              <a:rPr lang="en-GB" dirty="0"/>
              <a:t> di memoria e sui </a:t>
            </a:r>
            <a:r>
              <a:rPr lang="en-GB" dirty="0" err="1"/>
              <a:t>casi</a:t>
            </a:r>
            <a:r>
              <a:rPr lang="en-GB" dirty="0"/>
              <a:t> </a:t>
            </a:r>
            <a:r>
              <a:rPr lang="en-GB" dirty="0" err="1"/>
              <a:t>d'uso</a:t>
            </a:r>
            <a:r>
              <a:rPr lang="en-GB" dirty="0"/>
              <a:t>.</a:t>
            </a:r>
            <a:br>
              <a:rPr lang="en-GB" strike="sngStrike" dirty="0"/>
            </a:br>
            <a:r>
              <a:rPr lang="en-GB" dirty="0"/>
              <a:t>Un </a:t>
            </a:r>
            <a:r>
              <a:rPr lang="en-GB" dirty="0" err="1"/>
              <a:t>ulteriore</a:t>
            </a:r>
            <a:r>
              <a:rPr lang="en-GB" dirty="0"/>
              <a:t> </a:t>
            </a:r>
            <a:r>
              <a:rPr lang="en-GB" dirty="0" err="1"/>
              <a:t>livello</a:t>
            </a:r>
            <a:r>
              <a:rPr lang="en-GB" dirty="0"/>
              <a:t> di </a:t>
            </a:r>
            <a:r>
              <a:rPr lang="en-GB" dirty="0" err="1"/>
              <a:t>diversità</a:t>
            </a:r>
            <a:r>
              <a:rPr lang="en-GB" dirty="0"/>
              <a:t> è </a:t>
            </a:r>
            <a:r>
              <a:rPr lang="en-GB" dirty="0" err="1"/>
              <a:t>introdotto</a:t>
            </a:r>
            <a:r>
              <a:rPr lang="en-GB" dirty="0"/>
              <a:t> </a:t>
            </a:r>
            <a:r>
              <a:rPr lang="en-GB" dirty="0" err="1"/>
              <a:t>dall'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bagging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tecnica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nel</a:t>
            </a:r>
            <a:r>
              <a:rPr lang="en-GB" dirty="0"/>
              <a:t> </a:t>
            </a:r>
            <a:r>
              <a:rPr lang="en-GB" dirty="0" err="1"/>
              <a:t>pesare</a:t>
            </a:r>
            <a:r>
              <a:rPr lang="en-GB" dirty="0"/>
              <a:t> ogni </a:t>
            </a:r>
            <a:r>
              <a:rPr lang="en-GB" dirty="0" err="1"/>
              <a:t>istanza</a:t>
            </a:r>
            <a:r>
              <a:rPr lang="en-GB" dirty="0"/>
              <a:t> </a:t>
            </a:r>
            <a:r>
              <a:rPr lang="en-GB" dirty="0" err="1"/>
              <a:t>sul</a:t>
            </a:r>
            <a:r>
              <a:rPr lang="en-GB" dirty="0"/>
              <a:t> </a:t>
            </a:r>
            <a:r>
              <a:rPr lang="en-GB" dirty="0" err="1"/>
              <a:t>singolo</a:t>
            </a:r>
            <a:r>
              <a:rPr lang="en-GB" dirty="0"/>
              <a:t> </a:t>
            </a:r>
            <a:r>
              <a:rPr lang="en-GB" dirty="0" err="1"/>
              <a:t>albero</a:t>
            </a:r>
            <a:r>
              <a:rPr lang="en-GB" dirty="0"/>
              <a:t> </a:t>
            </a:r>
            <a:r>
              <a:rPr lang="en-GB" dirty="0" err="1"/>
              <a:t>campionando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distribuzione</a:t>
            </a:r>
            <a:r>
              <a:rPr lang="en-GB" dirty="0"/>
              <a:t> di Poisson.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AMF, al </a:t>
            </a:r>
            <a:r>
              <a:rPr lang="en-GB" dirty="0" err="1"/>
              <a:t>contrario</a:t>
            </a:r>
            <a:r>
              <a:rPr lang="en-GB" dirty="0"/>
              <a:t>, </a:t>
            </a:r>
            <a:r>
              <a:rPr lang="en-GB" dirty="0" err="1"/>
              <a:t>approccia</a:t>
            </a:r>
            <a:r>
              <a:rPr lang="en-GB" dirty="0"/>
              <a:t> la </a:t>
            </a:r>
            <a:r>
              <a:rPr lang="en-GB" dirty="0" err="1"/>
              <a:t>diversità</a:t>
            </a:r>
            <a:r>
              <a:rPr lang="en-GB" dirty="0"/>
              <a:t> </a:t>
            </a:r>
            <a:r>
              <a:rPr lang="en-GB" dirty="0" err="1"/>
              <a:t>tramite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casualità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strutturale</a:t>
            </a:r>
            <a:r>
              <a:rPr lang="en-GB" dirty="0"/>
              <a:t>, in cui ogni </a:t>
            </a:r>
            <a:r>
              <a:rPr lang="en-GB" dirty="0" err="1"/>
              <a:t>singolo</a:t>
            </a:r>
            <a:r>
              <a:rPr lang="en-GB" dirty="0"/>
              <a:t> </a:t>
            </a:r>
            <a:r>
              <a:rPr lang="en-GB" dirty="0" err="1"/>
              <a:t>nodo</a:t>
            </a:r>
            <a:r>
              <a:rPr lang="en-GB" dirty="0"/>
              <a:t> decide se </a:t>
            </a:r>
            <a:r>
              <a:rPr lang="en-GB" dirty="0" err="1"/>
              <a:t>attuare</a:t>
            </a:r>
            <a:r>
              <a:rPr lang="en-GB" dirty="0"/>
              <a:t> uno split in modo pseudo-</a:t>
            </a:r>
            <a:r>
              <a:rPr lang="en-GB" dirty="0" err="1"/>
              <a:t>casuale</a:t>
            </a:r>
            <a:r>
              <a:rPr lang="en-GB" dirty="0"/>
              <a:t>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Per </a:t>
            </a:r>
            <a:r>
              <a:rPr lang="en-GB" dirty="0" err="1"/>
              <a:t>quanto</a:t>
            </a:r>
            <a:r>
              <a:rPr lang="en-GB" dirty="0"/>
              <a:t> </a:t>
            </a:r>
            <a:r>
              <a:rPr lang="en-GB" dirty="0" err="1"/>
              <a:t>riguarda</a:t>
            </a:r>
            <a:r>
              <a:rPr lang="en-GB" dirty="0"/>
              <a:t> il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detection</a:t>
            </a:r>
            <a:r>
              <a:rPr lang="en-GB" dirty="0"/>
              <a:t>, SRP e ARF </a:t>
            </a:r>
            <a:r>
              <a:rPr lang="en-GB" dirty="0" err="1"/>
              <a:t>integrano</a:t>
            </a:r>
            <a:r>
              <a:rPr lang="en-GB" dirty="0"/>
              <a:t> </a:t>
            </a:r>
            <a:r>
              <a:rPr lang="en-GB" dirty="0" err="1"/>
              <a:t>l'algoritmo</a:t>
            </a:r>
            <a:r>
              <a:rPr lang="en-GB" dirty="0"/>
              <a:t> ADWIN </a:t>
            </a:r>
            <a:r>
              <a:rPr lang="en-GB" dirty="0" err="1"/>
              <a:t>associato</a:t>
            </a:r>
            <a:r>
              <a:rPr lang="en-GB" dirty="0"/>
              <a:t> a un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 learner</a:t>
            </a:r>
            <a:r>
              <a:rPr lang="en-GB" dirty="0"/>
              <a:t>, </a:t>
            </a:r>
            <a:r>
              <a:rPr lang="en-GB" dirty="0" err="1"/>
              <a:t>mentre</a:t>
            </a:r>
            <a:r>
              <a:rPr lang="en-GB" dirty="0"/>
              <a:t> AMF </a:t>
            </a:r>
            <a:r>
              <a:rPr lang="en-GB" dirty="0" err="1"/>
              <a:t>sfrutta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pesatura</a:t>
            </a:r>
            <a:r>
              <a:rPr lang="en-GB" dirty="0"/>
              <a:t> </a:t>
            </a:r>
            <a:r>
              <a:rPr lang="en-GB" dirty="0" err="1"/>
              <a:t>gerarchica</a:t>
            </a:r>
            <a:r>
              <a:rPr lang="en-GB" dirty="0"/>
              <a:t> delle </a:t>
            </a:r>
            <a:r>
              <a:rPr lang="en-GB" dirty="0" err="1"/>
              <a:t>statistiche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AA8D28-ACFC-A048-2F40-C640085C9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000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D8F2-C0D8-95CD-D747-24F83409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7AD2FF-9C3A-4769-8A01-534D183DE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2A46165-F4BD-D07E-5A6E-76BB1BC76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Entrando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</a:t>
            </a:r>
            <a:r>
              <a:rPr lang="en-GB" dirty="0" err="1"/>
              <a:t>cuore</a:t>
            </a:r>
            <a:r>
              <a:rPr lang="en-GB" dirty="0"/>
              <a:t> </a:t>
            </a:r>
            <a:r>
              <a:rPr lang="en-GB" dirty="0" err="1"/>
              <a:t>logico</a:t>
            </a:r>
            <a:r>
              <a:rPr lang="en-GB" dirty="0"/>
              <a:t> di SRP e ARF, </a:t>
            </a:r>
            <a:r>
              <a:rPr lang="en-GB" dirty="0" err="1"/>
              <a:t>esaminiamo</a:t>
            </a:r>
            <a:r>
              <a:rPr lang="en-GB" dirty="0"/>
              <a:t> come opera il </a:t>
            </a:r>
            <a:r>
              <a:rPr lang="en-GB" dirty="0" err="1"/>
              <a:t>singolo</a:t>
            </a:r>
            <a:r>
              <a:rPr lang="en-GB" dirty="0"/>
              <a:t> learner, </a:t>
            </a:r>
            <a:r>
              <a:rPr lang="en-GB" dirty="0" err="1"/>
              <a:t>chiamato</a:t>
            </a:r>
            <a:r>
              <a:rPr lang="en-GB" dirty="0"/>
              <a:t> </a:t>
            </a:r>
            <a:r>
              <a:rPr lang="en-GB" dirty="0" err="1"/>
              <a:t>Hoeffding</a:t>
            </a:r>
            <a:r>
              <a:rPr lang="en-GB" dirty="0"/>
              <a:t> tree. </a:t>
            </a:r>
            <a:br>
              <a:rPr lang="en-GB" dirty="0"/>
            </a:br>
            <a:r>
              <a:rPr lang="en-GB" dirty="0"/>
              <a:t>In </a:t>
            </a:r>
            <a:r>
              <a:rPr lang="en-GB" dirty="0" err="1"/>
              <a:t>linea</a:t>
            </a:r>
            <a:r>
              <a:rPr lang="en-GB" dirty="0"/>
              <a:t> con la </a:t>
            </a:r>
            <a:r>
              <a:rPr lang="en-GB" dirty="0" err="1"/>
              <a:t>letteratura</a:t>
            </a:r>
            <a:r>
              <a:rPr lang="en-GB" dirty="0"/>
              <a:t>, </a:t>
            </a:r>
            <a:r>
              <a:rPr lang="en-GB" dirty="0" err="1"/>
              <a:t>adottiamo</a:t>
            </a:r>
            <a:r>
              <a:rPr lang="en-GB" dirty="0"/>
              <a:t> la </a:t>
            </a:r>
            <a:r>
              <a:rPr lang="en-GB" dirty="0" err="1"/>
              <a:t>cosiddetta</a:t>
            </a:r>
            <a:r>
              <a:rPr lang="en-GB" dirty="0"/>
              <a:t> </a:t>
            </a:r>
            <a:r>
              <a:rPr lang="en-GB" i="1" dirty="0"/>
              <a:t>prequential evaluation</a:t>
            </a:r>
            <a:r>
              <a:rPr lang="en-GB" dirty="0"/>
              <a:t>: </a:t>
            </a:r>
            <a:r>
              <a:rPr lang="en-GB" dirty="0" err="1"/>
              <a:t>l'istanza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prima testata </a:t>
            </a:r>
            <a:r>
              <a:rPr lang="en-GB" dirty="0" err="1"/>
              <a:t>sul</a:t>
            </a:r>
            <a:r>
              <a:rPr lang="en-GB" dirty="0"/>
              <a:t> </a:t>
            </a:r>
            <a:r>
              <a:rPr lang="en-GB" dirty="0" err="1"/>
              <a:t>modello</a:t>
            </a:r>
            <a:r>
              <a:rPr lang="en-GB" dirty="0"/>
              <a:t> e, solo </a:t>
            </a:r>
            <a:r>
              <a:rPr lang="en-GB" dirty="0" err="1"/>
              <a:t>successivamente</a:t>
            </a:r>
            <a:r>
              <a:rPr lang="en-GB" dirty="0"/>
              <a:t>, la label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mostrata</a:t>
            </a:r>
            <a:r>
              <a:rPr lang="en-GB" dirty="0"/>
              <a:t> e </a:t>
            </a:r>
            <a:r>
              <a:rPr lang="en-GB" dirty="0" err="1"/>
              <a:t>utilizzata</a:t>
            </a:r>
            <a:r>
              <a:rPr lang="en-GB" dirty="0"/>
              <a:t> per il drift detection e </a:t>
            </a:r>
            <a:r>
              <a:rPr lang="en-GB" dirty="0" err="1"/>
              <a:t>l'addestramento</a:t>
            </a:r>
            <a:r>
              <a:rPr lang="en-GB" dirty="0"/>
              <a:t>.</a:t>
            </a:r>
          </a:p>
          <a:p>
            <a:br>
              <a:rPr lang="en-GB" dirty="0"/>
            </a:br>
            <a:r>
              <a:rPr lang="en-GB" dirty="0"/>
              <a:t>Come </a:t>
            </a:r>
            <a:r>
              <a:rPr lang="en-GB" dirty="0" err="1"/>
              <a:t>illustrato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</a:t>
            </a:r>
            <a:r>
              <a:rPr lang="en-GB" dirty="0" err="1"/>
              <a:t>diagramma</a:t>
            </a:r>
            <a:r>
              <a:rPr lang="en-GB" dirty="0"/>
              <a:t>, </a:t>
            </a:r>
            <a:r>
              <a:rPr lang="en-GB" dirty="0" err="1"/>
              <a:t>durante</a:t>
            </a:r>
            <a:r>
              <a:rPr lang="en-GB" dirty="0"/>
              <a:t> la </a:t>
            </a:r>
            <a:r>
              <a:rPr lang="en-GB" dirty="0" err="1"/>
              <a:t>fase</a:t>
            </a:r>
            <a:r>
              <a:rPr lang="en-GB" dirty="0"/>
              <a:t> di test </a:t>
            </a:r>
            <a:r>
              <a:rPr lang="en-GB" dirty="0" err="1"/>
              <a:t>l'istanza</a:t>
            </a:r>
            <a:r>
              <a:rPr lang="en-GB" dirty="0"/>
              <a:t> </a:t>
            </a:r>
            <a:r>
              <a:rPr lang="en-GB" dirty="0" err="1"/>
              <a:t>discende</a:t>
            </a:r>
            <a:r>
              <a:rPr lang="en-GB" dirty="0"/>
              <a:t> </a:t>
            </a:r>
            <a:r>
              <a:rPr lang="en-GB" dirty="0" err="1"/>
              <a:t>l'albero</a:t>
            </a:r>
            <a:r>
              <a:rPr lang="en-GB" dirty="0"/>
              <a:t> </a:t>
            </a:r>
            <a:r>
              <a:rPr lang="en-GB" dirty="0" err="1"/>
              <a:t>fino</a:t>
            </a:r>
            <a:r>
              <a:rPr lang="en-GB" dirty="0"/>
              <a:t> a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foglia</a:t>
            </a:r>
            <a:r>
              <a:rPr lang="en-GB" dirty="0"/>
              <a:t> per </a:t>
            </a:r>
            <a:r>
              <a:rPr lang="en-GB" dirty="0" err="1"/>
              <a:t>produrre</a:t>
            </a:r>
            <a:r>
              <a:rPr lang="en-GB" dirty="0"/>
              <a:t> la </a:t>
            </a:r>
            <a:r>
              <a:rPr lang="en-GB" dirty="0" err="1"/>
              <a:t>predizione</a:t>
            </a:r>
            <a:r>
              <a:rPr lang="en-GB" dirty="0"/>
              <a:t>. Quando la label </a:t>
            </a:r>
            <a:r>
              <a:rPr lang="en-GB" dirty="0" err="1"/>
              <a:t>reale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rivelata</a:t>
            </a:r>
            <a:r>
              <a:rPr lang="en-GB" dirty="0"/>
              <a:t>, il </a:t>
            </a:r>
            <a:r>
              <a:rPr lang="en-GB" dirty="0" err="1"/>
              <a:t>confronto</a:t>
            </a:r>
            <a:r>
              <a:rPr lang="en-GB" dirty="0"/>
              <a:t> genera un </a:t>
            </a:r>
            <a:r>
              <a:rPr lang="en-GB" dirty="0" err="1"/>
              <a:t>segnale</a:t>
            </a:r>
            <a:r>
              <a:rPr lang="en-GB" dirty="0"/>
              <a:t> di </a:t>
            </a:r>
            <a:r>
              <a:rPr lang="en-GB" dirty="0" err="1"/>
              <a:t>errore</a:t>
            </a:r>
            <a:r>
              <a:rPr lang="en-GB" dirty="0"/>
              <a:t> (pari a 1 se la </a:t>
            </a:r>
            <a:r>
              <a:rPr lang="en-GB" dirty="0" err="1"/>
              <a:t>predizione</a:t>
            </a:r>
            <a:r>
              <a:rPr lang="en-GB" dirty="0"/>
              <a:t> è errata, come in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caso</a:t>
            </a:r>
            <a:r>
              <a:rPr lang="en-GB" dirty="0"/>
              <a:t>). </a:t>
            </a:r>
            <a:br>
              <a:rPr lang="en-GB" dirty="0"/>
            </a:b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flusso</a:t>
            </a:r>
            <a:r>
              <a:rPr lang="en-GB" dirty="0"/>
              <a:t> di </a:t>
            </a:r>
            <a:r>
              <a:rPr lang="en-GB" dirty="0" err="1"/>
              <a:t>errori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monitorato</a:t>
            </a:r>
            <a:r>
              <a:rPr lang="en-GB" dirty="0"/>
              <a:t> da ADWIN (</a:t>
            </a:r>
            <a:r>
              <a:rPr lang="en-GB" i="1" dirty="0"/>
              <a:t>Adaptive Windowing</a:t>
            </a:r>
            <a:r>
              <a:rPr lang="en-GB" dirty="0"/>
              <a:t>), un </a:t>
            </a:r>
            <a:r>
              <a:rPr lang="en-GB" dirty="0" err="1"/>
              <a:t>algoritmo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traccia</a:t>
            </a:r>
            <a:r>
              <a:rPr lang="en-GB" dirty="0"/>
              <a:t> le </a:t>
            </a:r>
            <a:r>
              <a:rPr lang="en-GB" dirty="0" err="1"/>
              <a:t>variazioni</a:t>
            </a:r>
            <a:r>
              <a:rPr lang="en-GB" dirty="0"/>
              <a:t> </a:t>
            </a:r>
            <a:r>
              <a:rPr lang="en-GB" dirty="0" err="1"/>
              <a:t>nella</a:t>
            </a:r>
            <a:r>
              <a:rPr lang="en-GB" dirty="0"/>
              <a:t> </a:t>
            </a:r>
            <a:r>
              <a:rPr lang="en-GB" dirty="0" err="1"/>
              <a:t>distribuzione</a:t>
            </a:r>
            <a:r>
              <a:rPr lang="en-GB" dirty="0"/>
              <a:t> degli </a:t>
            </a:r>
            <a:r>
              <a:rPr lang="en-GB" dirty="0" err="1"/>
              <a:t>errori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50562A5-9FC6-5816-4BDD-6CF0FF73F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42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BC733-F7A2-C4E5-3D8A-95249171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31DF3F0-C979-A7D3-C073-8D3D003D6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6DA8BC-5B99-D8E1-3A08-34D07D070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 ADWIN </a:t>
            </a:r>
            <a:r>
              <a:rPr lang="en-GB" dirty="0" err="1"/>
              <a:t>rileva</a:t>
            </a:r>
            <a:r>
              <a:rPr lang="en-GB" dirty="0"/>
              <a:t> un </a:t>
            </a:r>
            <a:r>
              <a:rPr lang="en-GB" dirty="0" err="1"/>
              <a:t>cambiamento</a:t>
            </a:r>
            <a:r>
              <a:rPr lang="en-GB" dirty="0"/>
              <a:t> </a:t>
            </a:r>
            <a:r>
              <a:rPr lang="en-GB" dirty="0" err="1"/>
              <a:t>significativo</a:t>
            </a:r>
            <a:r>
              <a:rPr lang="en-GB" dirty="0"/>
              <a:t>, genera un </a:t>
            </a:r>
            <a:r>
              <a:rPr lang="en-GB" dirty="0" err="1"/>
              <a:t>segnale</a:t>
            </a:r>
            <a:r>
              <a:rPr lang="en-GB" dirty="0"/>
              <a:t> di </a:t>
            </a:r>
            <a:r>
              <a:rPr lang="en-GB" i="1" dirty="0"/>
              <a:t>warning</a:t>
            </a:r>
            <a:r>
              <a:rPr lang="en-GB" dirty="0"/>
              <a:t>. </a:t>
            </a:r>
          </a:p>
          <a:p>
            <a:r>
              <a:rPr lang="en-GB" dirty="0"/>
              <a:t>In </a:t>
            </a:r>
            <a:r>
              <a:rPr lang="en-GB" dirty="0" err="1"/>
              <a:t>questa</a:t>
            </a:r>
            <a:r>
              <a:rPr lang="en-GB" dirty="0"/>
              <a:t> </a:t>
            </a:r>
            <a:r>
              <a:rPr lang="en-GB" dirty="0" err="1"/>
              <a:t>fase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istanziato</a:t>
            </a:r>
            <a:r>
              <a:rPr lang="en-GB" dirty="0"/>
              <a:t> un </a:t>
            </a:r>
            <a:r>
              <a:rPr lang="en-GB" i="1" dirty="0"/>
              <a:t>background learner</a:t>
            </a:r>
            <a:r>
              <a:rPr lang="en-GB" dirty="0"/>
              <a:t>: un </a:t>
            </a:r>
            <a:r>
              <a:rPr lang="en-GB" dirty="0" err="1"/>
              <a:t>albero</a:t>
            </a:r>
            <a:r>
              <a:rPr lang="en-GB" dirty="0"/>
              <a:t> </a:t>
            </a:r>
            <a:r>
              <a:rPr lang="en-GB" dirty="0" err="1"/>
              <a:t>secondario</a:t>
            </a:r>
            <a:r>
              <a:rPr lang="en-GB" dirty="0"/>
              <a:t> </a:t>
            </a:r>
            <a:r>
              <a:rPr lang="en-GB" dirty="0" err="1"/>
              <a:t>addestrato</a:t>
            </a:r>
            <a:r>
              <a:rPr lang="en-GB" dirty="0"/>
              <a:t> in </a:t>
            </a:r>
            <a:r>
              <a:rPr lang="en-GB" dirty="0" err="1"/>
              <a:t>parallelo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sostituirà</a:t>
            </a:r>
            <a:r>
              <a:rPr lang="en-GB" dirty="0"/>
              <a:t> il base learner </a:t>
            </a:r>
            <a:r>
              <a:rPr lang="en-GB" dirty="0" err="1"/>
              <a:t>originario</a:t>
            </a:r>
            <a:r>
              <a:rPr lang="en-GB" dirty="0"/>
              <a:t> </a:t>
            </a:r>
            <a:r>
              <a:rPr lang="en-GB" dirty="0" err="1"/>
              <a:t>qualora</a:t>
            </a:r>
            <a:r>
              <a:rPr lang="en-GB" dirty="0"/>
              <a:t> il </a:t>
            </a:r>
            <a:r>
              <a:rPr lang="en-GB" dirty="0" err="1"/>
              <a:t>segnale</a:t>
            </a:r>
            <a:r>
              <a:rPr lang="en-GB" dirty="0"/>
              <a:t> </a:t>
            </a:r>
            <a:r>
              <a:rPr lang="en-GB" dirty="0" err="1"/>
              <a:t>evolva</a:t>
            </a:r>
            <a:r>
              <a:rPr lang="en-GB" dirty="0"/>
              <a:t> in un </a:t>
            </a:r>
            <a:r>
              <a:rPr lang="en-GB" i="1" dirty="0"/>
              <a:t>drift</a:t>
            </a:r>
            <a:r>
              <a:rPr lang="en-GB" dirty="0"/>
              <a:t> </a:t>
            </a:r>
            <a:r>
              <a:rPr lang="en-GB" dirty="0" err="1"/>
              <a:t>effettivo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Nella </a:t>
            </a:r>
            <a:r>
              <a:rPr lang="en-GB" dirty="0" err="1"/>
              <a:t>successiva</a:t>
            </a:r>
            <a:r>
              <a:rPr lang="en-GB" dirty="0"/>
              <a:t> </a:t>
            </a:r>
            <a:r>
              <a:rPr lang="en-GB" dirty="0" err="1"/>
              <a:t>fase</a:t>
            </a:r>
            <a:r>
              <a:rPr lang="en-GB" dirty="0"/>
              <a:t> di training, </a:t>
            </a:r>
            <a:r>
              <a:rPr lang="en-GB" dirty="0" err="1"/>
              <a:t>l'istanza</a:t>
            </a:r>
            <a:r>
              <a:rPr lang="en-GB" dirty="0"/>
              <a:t> e la </a:t>
            </a:r>
            <a:r>
              <a:rPr lang="en-GB" dirty="0" err="1"/>
              <a:t>relativa</a:t>
            </a:r>
            <a:r>
              <a:rPr lang="en-GB" dirty="0"/>
              <a:t> label </a:t>
            </a:r>
            <a:r>
              <a:rPr lang="en-GB" dirty="0" err="1"/>
              <a:t>vengono</a:t>
            </a:r>
            <a:r>
              <a:rPr lang="en-GB" dirty="0"/>
              <a:t> </a:t>
            </a:r>
            <a:r>
              <a:rPr lang="en-GB" dirty="0" err="1"/>
              <a:t>impiegate</a:t>
            </a:r>
            <a:r>
              <a:rPr lang="en-GB" dirty="0"/>
              <a:t> per </a:t>
            </a:r>
            <a:r>
              <a:rPr lang="en-GB" dirty="0" err="1"/>
              <a:t>aggiornare</a:t>
            </a:r>
            <a:r>
              <a:rPr lang="en-GB" dirty="0"/>
              <a:t> le </a:t>
            </a:r>
            <a:r>
              <a:rPr lang="en-GB" dirty="0" err="1"/>
              <a:t>statistiche</a:t>
            </a:r>
            <a:r>
              <a:rPr lang="en-GB" dirty="0"/>
              <a:t> alle </a:t>
            </a:r>
            <a:r>
              <a:rPr lang="en-GB" dirty="0" err="1"/>
              <a:t>foglie</a:t>
            </a:r>
            <a:r>
              <a:rPr lang="en-GB" dirty="0"/>
              <a:t>. </a:t>
            </a:r>
            <a:r>
              <a:rPr lang="en-GB" dirty="0" err="1"/>
              <a:t>Viene</a:t>
            </a:r>
            <a:r>
              <a:rPr lang="en-GB" dirty="0"/>
              <a:t> poi </a:t>
            </a:r>
            <a:r>
              <a:rPr lang="en-GB" dirty="0" err="1"/>
              <a:t>valutato</a:t>
            </a:r>
            <a:r>
              <a:rPr lang="en-GB" dirty="0"/>
              <a:t> se </a:t>
            </a:r>
            <a:r>
              <a:rPr lang="en-GB" dirty="0" err="1"/>
              <a:t>sia</a:t>
            </a:r>
            <a:r>
              <a:rPr lang="en-GB" dirty="0"/>
              <a:t> </a:t>
            </a:r>
            <a:r>
              <a:rPr lang="en-GB" dirty="0" err="1"/>
              <a:t>statisticamente</a:t>
            </a:r>
            <a:r>
              <a:rPr lang="en-GB" dirty="0"/>
              <a:t> </a:t>
            </a:r>
            <a:r>
              <a:rPr lang="en-GB" dirty="0" err="1"/>
              <a:t>corretto</a:t>
            </a:r>
            <a:r>
              <a:rPr lang="en-GB" dirty="0"/>
              <a:t> </a:t>
            </a:r>
            <a:r>
              <a:rPr lang="en-GB" dirty="0" err="1"/>
              <a:t>effettuare</a:t>
            </a:r>
            <a:r>
              <a:rPr lang="en-GB" dirty="0"/>
              <a:t> uno split </a:t>
            </a:r>
            <a:r>
              <a:rPr lang="en-GB" dirty="0" err="1"/>
              <a:t>sulla</a:t>
            </a:r>
            <a:r>
              <a:rPr lang="en-GB" dirty="0"/>
              <a:t> </a:t>
            </a:r>
            <a:r>
              <a:rPr lang="en-GB" dirty="0" err="1"/>
              <a:t>foglia</a:t>
            </a:r>
            <a:r>
              <a:rPr lang="en-GB" dirty="0"/>
              <a:t> </a:t>
            </a:r>
            <a:r>
              <a:rPr lang="en-GB" dirty="0" err="1"/>
              <a:t>tramite</a:t>
            </a:r>
            <a:r>
              <a:rPr lang="en-GB" dirty="0"/>
              <a:t> </a:t>
            </a:r>
            <a:r>
              <a:rPr lang="en-GB" dirty="0" err="1"/>
              <a:t>l'</a:t>
            </a:r>
            <a:r>
              <a:rPr lang="en-GB" i="1" dirty="0" err="1"/>
              <a:t>Hoeffding</a:t>
            </a:r>
            <a:r>
              <a:rPr lang="en-GB" i="1" dirty="0"/>
              <a:t> bound</a:t>
            </a:r>
            <a:r>
              <a:rPr lang="en-GB" dirty="0"/>
              <a:t>. Come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può</a:t>
            </a:r>
            <a:r>
              <a:rPr lang="en-GB" dirty="0"/>
              <a:t> </a:t>
            </a:r>
            <a:r>
              <a:rPr lang="en-GB" dirty="0" err="1"/>
              <a:t>osservare</a:t>
            </a:r>
            <a:r>
              <a:rPr lang="en-GB" dirty="0"/>
              <a:t>, in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esempio</a:t>
            </a:r>
            <a:r>
              <a:rPr lang="en-GB" dirty="0"/>
              <a:t> è proprio il </a:t>
            </a:r>
            <a:r>
              <a:rPr lang="en-GB" i="1" dirty="0"/>
              <a:t>background learner</a:t>
            </a:r>
            <a:r>
              <a:rPr lang="en-GB" dirty="0"/>
              <a:t> a </a:t>
            </a:r>
            <a:r>
              <a:rPr lang="en-GB" dirty="0" err="1"/>
              <a:t>eseguire</a:t>
            </a:r>
            <a:r>
              <a:rPr lang="en-GB" dirty="0"/>
              <a:t> lo split.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45C0C1-7270-187A-8BA8-367D9ECF8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731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26D5A-AECB-C3A1-914F-AD6E2C68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79FEF4-47C3-38C4-CA83-F9F989F53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9B4ADE9-64BA-9FA0-EAF5-FECE5A597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Passiamo</a:t>
            </a:r>
            <a:r>
              <a:rPr lang="en-GB" dirty="0"/>
              <a:t> ora </a:t>
            </a:r>
            <a:r>
              <a:rPr lang="en-GB" dirty="0" err="1"/>
              <a:t>all'architettura</a:t>
            </a:r>
            <a:r>
              <a:rPr lang="en-GB" dirty="0"/>
              <a:t> software del </a:t>
            </a:r>
            <a:r>
              <a:rPr lang="en-GB" dirty="0" err="1"/>
              <a:t>sistema</a:t>
            </a:r>
            <a:r>
              <a:rPr lang="en-GB" dirty="0"/>
              <a:t>. Il class diagram </a:t>
            </a:r>
            <a:r>
              <a:rPr lang="en-GB" dirty="0" err="1"/>
              <a:t>mostra</a:t>
            </a:r>
            <a:r>
              <a:rPr lang="en-GB" dirty="0"/>
              <a:t> </a:t>
            </a:r>
            <a:r>
              <a:rPr lang="en-GB" dirty="0" err="1"/>
              <a:t>l'astrazione</a:t>
            </a:r>
            <a:r>
              <a:rPr lang="en-GB" dirty="0"/>
              <a:t> </a:t>
            </a:r>
            <a:r>
              <a:rPr lang="en-GB" dirty="0" err="1"/>
              <a:t>concepita</a:t>
            </a:r>
            <a:r>
              <a:rPr lang="en-GB" dirty="0"/>
              <a:t> per </a:t>
            </a:r>
            <a:r>
              <a:rPr lang="en-GB" dirty="0" err="1"/>
              <a:t>i</a:t>
            </a:r>
            <a:r>
              <a:rPr lang="en-GB" dirty="0"/>
              <a:t> base learner. È </a:t>
            </a:r>
            <a:r>
              <a:rPr lang="en-GB" dirty="0" err="1"/>
              <a:t>stato</a:t>
            </a:r>
            <a:r>
              <a:rPr lang="en-GB" dirty="0"/>
              <a:t> </a:t>
            </a:r>
            <a:r>
              <a:rPr lang="en-GB" dirty="0" err="1"/>
              <a:t>definito</a:t>
            </a:r>
            <a:r>
              <a:rPr lang="en-GB" dirty="0"/>
              <a:t> un </a:t>
            </a:r>
            <a:r>
              <a:rPr lang="en-GB" i="1" dirty="0"/>
              <a:t>Online Learner Trait</a:t>
            </a:r>
            <a:r>
              <a:rPr lang="en-GB" dirty="0"/>
              <a:t> in Rust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stabilisce</a:t>
            </a:r>
            <a:r>
              <a:rPr lang="en-GB" dirty="0"/>
              <a:t> </a:t>
            </a:r>
            <a:r>
              <a:rPr lang="en-GB" dirty="0" err="1"/>
              <a:t>l'interfaccia</a:t>
            </a:r>
            <a:r>
              <a:rPr lang="en-GB" dirty="0"/>
              <a:t> </a:t>
            </a:r>
            <a:r>
              <a:rPr lang="en-GB" dirty="0" err="1"/>
              <a:t>formale</a:t>
            </a:r>
            <a:r>
              <a:rPr lang="en-GB" dirty="0"/>
              <a:t>. Durante </a:t>
            </a:r>
            <a:r>
              <a:rPr lang="en-GB" dirty="0" err="1"/>
              <a:t>l'esecuzione</a:t>
            </a:r>
            <a:r>
              <a:rPr lang="en-GB" dirty="0"/>
              <a:t>, il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istanzia</a:t>
            </a:r>
            <a:r>
              <a:rPr lang="en-GB" dirty="0"/>
              <a:t> </a:t>
            </a:r>
            <a:r>
              <a:rPr lang="en-GB" dirty="0" err="1"/>
              <a:t>dinamicamente</a:t>
            </a:r>
            <a:r>
              <a:rPr lang="en-GB" dirty="0"/>
              <a:t> la </a:t>
            </a:r>
            <a:r>
              <a:rPr lang="en-GB" dirty="0" err="1"/>
              <a:t>tipologia</a:t>
            </a:r>
            <a:r>
              <a:rPr lang="en-GB" dirty="0"/>
              <a:t> di learner </a:t>
            </a:r>
            <a:r>
              <a:rPr lang="en-GB" dirty="0" err="1"/>
              <a:t>selezionata</a:t>
            </a:r>
            <a:r>
              <a:rPr lang="en-GB" dirty="0"/>
              <a:t>, </a:t>
            </a:r>
            <a:r>
              <a:rPr lang="en-GB" dirty="0" err="1"/>
              <a:t>mantenendo</a:t>
            </a:r>
            <a:r>
              <a:rPr lang="en-GB" dirty="0"/>
              <a:t> </a:t>
            </a:r>
            <a:r>
              <a:rPr lang="en-GB" dirty="0" err="1"/>
              <a:t>l'intera</a:t>
            </a:r>
            <a:r>
              <a:rPr lang="en-GB" dirty="0"/>
              <a:t> pipeline </a:t>
            </a:r>
            <a:r>
              <a:rPr lang="en-GB" dirty="0" err="1"/>
              <a:t>agnostica</a:t>
            </a:r>
            <a:r>
              <a:rPr lang="en-GB" dirty="0"/>
              <a:t> rispetto </a:t>
            </a:r>
            <a:r>
              <a:rPr lang="en-GB" dirty="0" err="1"/>
              <a:t>all'algoritmo</a:t>
            </a:r>
            <a:r>
              <a:rPr lang="en-GB" dirty="0"/>
              <a:t> </a:t>
            </a:r>
            <a:r>
              <a:rPr lang="en-GB" dirty="0" err="1"/>
              <a:t>specifico</a:t>
            </a:r>
            <a:r>
              <a:rPr lang="en-GB" dirty="0"/>
              <a:t>. Data </a:t>
            </a:r>
            <a:r>
              <a:rPr lang="en-GB" dirty="0" err="1"/>
              <a:t>l'affinità</a:t>
            </a:r>
            <a:r>
              <a:rPr lang="en-GB" dirty="0"/>
              <a:t> </a:t>
            </a:r>
            <a:r>
              <a:rPr lang="en-GB" dirty="0" err="1"/>
              <a:t>strutturale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SRP e ARF,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introdotto</a:t>
            </a:r>
            <a:r>
              <a:rPr lang="en-GB" dirty="0"/>
              <a:t> un </a:t>
            </a:r>
            <a:r>
              <a:rPr lang="en-GB" dirty="0" err="1"/>
              <a:t>livello</a:t>
            </a:r>
            <a:r>
              <a:rPr lang="en-GB" dirty="0"/>
              <a:t> di </a:t>
            </a:r>
            <a:r>
              <a:rPr lang="en-GB" dirty="0" err="1"/>
              <a:t>astrazione</a:t>
            </a:r>
            <a:r>
              <a:rPr lang="en-GB" dirty="0"/>
              <a:t> </a:t>
            </a:r>
            <a:r>
              <a:rPr lang="en-GB" dirty="0" err="1"/>
              <a:t>intermedio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elimina</a:t>
            </a:r>
            <a:r>
              <a:rPr lang="en-GB" dirty="0"/>
              <a:t> le </a:t>
            </a:r>
            <a:r>
              <a:rPr lang="en-GB" dirty="0" err="1"/>
              <a:t>duplicazioni</a:t>
            </a:r>
            <a:r>
              <a:rPr lang="en-GB" dirty="0"/>
              <a:t> di </a:t>
            </a:r>
            <a:r>
              <a:rPr lang="en-GB" dirty="0" err="1"/>
              <a:t>codice</a:t>
            </a:r>
            <a:r>
              <a:rPr lang="en-GB" dirty="0"/>
              <a:t> e </a:t>
            </a:r>
            <a:r>
              <a:rPr lang="en-GB" dirty="0" err="1"/>
              <a:t>massimizza</a:t>
            </a:r>
            <a:r>
              <a:rPr lang="en-GB" dirty="0"/>
              <a:t> la </a:t>
            </a:r>
            <a:r>
              <a:rPr lang="en-GB" dirty="0" err="1"/>
              <a:t>modularità</a:t>
            </a:r>
            <a:r>
              <a:rPr lang="en-GB" dirty="0"/>
              <a:t> della </a:t>
            </a:r>
            <a:r>
              <a:rPr lang="en-GB" dirty="0" err="1"/>
              <a:t>soluzione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C7D98D-4BAE-FF86-B6D3-46AD48651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52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BBD8-C5F6-AE6A-00E2-50635CFF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D56DA03-6CB1-AAFE-06A4-FA02C1C0E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7C35D64-B6C1-AFAC-81C0-61B26D27B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Il </a:t>
            </a:r>
            <a:r>
              <a:rPr lang="en-GB" dirty="0" err="1"/>
              <a:t>nucleo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 del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poggia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i="1" dirty="0"/>
              <a:t>Renoir</a:t>
            </a:r>
            <a:r>
              <a:rPr lang="en-GB" dirty="0"/>
              <a:t>, un framework per il processing </a:t>
            </a:r>
            <a:r>
              <a:rPr lang="en-GB" dirty="0" err="1"/>
              <a:t>distribuito</a:t>
            </a:r>
            <a:r>
              <a:rPr lang="en-GB" dirty="0"/>
              <a:t> </a:t>
            </a:r>
            <a:r>
              <a:rPr lang="en-GB" dirty="0" err="1"/>
              <a:t>basato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un </a:t>
            </a:r>
            <a:r>
              <a:rPr lang="en-GB" dirty="0" err="1"/>
              <a:t>modello</a:t>
            </a:r>
            <a:r>
              <a:rPr lang="en-GB" dirty="0"/>
              <a:t> dataflow e </a:t>
            </a:r>
            <a:r>
              <a:rPr lang="en-GB" dirty="0" err="1"/>
              <a:t>sviluppato</a:t>
            </a:r>
            <a:r>
              <a:rPr lang="en-GB" dirty="0"/>
              <a:t> </a:t>
            </a:r>
            <a:r>
              <a:rPr lang="en-GB" dirty="0" err="1"/>
              <a:t>interamente</a:t>
            </a:r>
            <a:r>
              <a:rPr lang="en-GB" dirty="0"/>
              <a:t> in Rust. La </a:t>
            </a:r>
            <a:r>
              <a:rPr lang="en-GB" dirty="0" err="1"/>
              <a:t>scelta</a:t>
            </a:r>
            <a:r>
              <a:rPr lang="en-GB" dirty="0"/>
              <a:t> di Rust, </a:t>
            </a:r>
            <a:r>
              <a:rPr lang="en-GB" dirty="0" err="1"/>
              <a:t>grazie</a:t>
            </a:r>
            <a:r>
              <a:rPr lang="en-GB" dirty="0"/>
              <a:t> a </a:t>
            </a:r>
            <a:r>
              <a:rPr lang="en-GB" dirty="0" err="1"/>
              <a:t>paradigmi</a:t>
            </a:r>
            <a:r>
              <a:rPr lang="en-GB" dirty="0"/>
              <a:t> </a:t>
            </a:r>
            <a:r>
              <a:rPr lang="en-GB" dirty="0" err="1"/>
              <a:t>nativi</a:t>
            </a:r>
            <a:r>
              <a:rPr lang="en-GB" dirty="0"/>
              <a:t> come il </a:t>
            </a:r>
            <a:r>
              <a:rPr lang="en-GB" i="1" dirty="0"/>
              <a:t>data borrowing</a:t>
            </a:r>
            <a:r>
              <a:rPr lang="en-GB" dirty="0"/>
              <a:t> e </a:t>
            </a:r>
            <a:r>
              <a:rPr lang="en-GB" dirty="0" err="1"/>
              <a:t>all'assenza</a:t>
            </a:r>
            <a:r>
              <a:rPr lang="en-GB" dirty="0"/>
              <a:t> di un garbage collector, </a:t>
            </a:r>
            <a:r>
              <a:rPr lang="en-GB" dirty="0" err="1"/>
              <a:t>permette</a:t>
            </a:r>
            <a:r>
              <a:rPr lang="en-GB" dirty="0"/>
              <a:t> di </a:t>
            </a:r>
            <a:r>
              <a:rPr lang="en-GB" dirty="0" err="1"/>
              <a:t>operare</a:t>
            </a:r>
            <a:r>
              <a:rPr lang="en-GB" dirty="0"/>
              <a:t> in un </a:t>
            </a:r>
            <a:r>
              <a:rPr lang="en-GB" dirty="0" err="1"/>
              <a:t>ambiente</a:t>
            </a:r>
            <a:r>
              <a:rPr lang="en-GB" dirty="0"/>
              <a:t> </a:t>
            </a:r>
            <a:r>
              <a:rPr lang="en-GB" dirty="0" err="1"/>
              <a:t>distribuito</a:t>
            </a:r>
            <a:r>
              <a:rPr lang="en-GB" dirty="0"/>
              <a:t> </a:t>
            </a:r>
            <a:r>
              <a:rPr lang="en-GB" dirty="0" err="1"/>
              <a:t>riducendo</a:t>
            </a:r>
            <a:r>
              <a:rPr lang="en-GB" dirty="0"/>
              <a:t> quasi a zero </a:t>
            </a:r>
            <a:r>
              <a:rPr lang="en-GB" dirty="0" err="1"/>
              <a:t>gli</a:t>
            </a:r>
            <a:r>
              <a:rPr lang="en-GB" dirty="0"/>
              <a:t> overhead di runtime, </a:t>
            </a:r>
            <a:r>
              <a:rPr lang="en-GB" dirty="0" err="1"/>
              <a:t>garantendo</a:t>
            </a:r>
            <a:r>
              <a:rPr lang="en-GB" dirty="0"/>
              <a:t> </a:t>
            </a:r>
            <a:r>
              <a:rPr lang="en-GB" dirty="0" err="1"/>
              <a:t>massima</a:t>
            </a:r>
            <a:r>
              <a:rPr lang="en-GB" dirty="0"/>
              <a:t> </a:t>
            </a:r>
            <a:r>
              <a:rPr lang="en-GB" dirty="0" err="1"/>
              <a:t>efficienza</a:t>
            </a:r>
            <a:r>
              <a:rPr lang="en-GB" dirty="0"/>
              <a:t> e </a:t>
            </a:r>
            <a:r>
              <a:rPr lang="en-GB" dirty="0" err="1"/>
              <a:t>sicurezza</a:t>
            </a:r>
            <a:r>
              <a:rPr lang="en-GB" dirty="0"/>
              <a:t>, e </a:t>
            </a:r>
            <a:r>
              <a:rPr lang="en-GB" dirty="0" err="1"/>
              <a:t>dunque</a:t>
            </a:r>
            <a:r>
              <a:rPr lang="en-GB" dirty="0"/>
              <a:t> performance </a:t>
            </a:r>
            <a:r>
              <a:rPr lang="en-GB" dirty="0" err="1"/>
              <a:t>superiori</a:t>
            </a:r>
            <a:r>
              <a:rPr lang="en-GB" dirty="0"/>
              <a:t> a </a:t>
            </a:r>
            <a:r>
              <a:rPr lang="en-GB" dirty="0" err="1"/>
              <a:t>sistemi</a:t>
            </a:r>
            <a:r>
              <a:rPr lang="en-GB" dirty="0"/>
              <a:t> </a:t>
            </a:r>
            <a:r>
              <a:rPr lang="en-GB" dirty="0" err="1"/>
              <a:t>simili</a:t>
            </a:r>
            <a:r>
              <a:rPr lang="en-GB" dirty="0"/>
              <a:t> come Apache Flink.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0E1F62-4284-CA99-7A02-9F82E0ADD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180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EF63-7ADD-1AEB-8DC3-E49148CB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DDF230E-EEAE-E467-8700-89C4664B1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BC2903-2C48-D313-37FF-D784DA167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Il </a:t>
            </a:r>
            <a:r>
              <a:rPr lang="en-GB" dirty="0" err="1"/>
              <a:t>cuore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 del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poggia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Renoir, un framework per il processing </a:t>
            </a:r>
            <a:r>
              <a:rPr lang="en-GB" dirty="0" err="1"/>
              <a:t>distribuito</a:t>
            </a:r>
            <a:r>
              <a:rPr lang="en-GB" dirty="0"/>
              <a:t> </a:t>
            </a:r>
            <a:r>
              <a:rPr lang="en-GB" dirty="0" err="1"/>
              <a:t>sviluppato</a:t>
            </a:r>
            <a:r>
              <a:rPr lang="en-GB" dirty="0"/>
              <a:t> </a:t>
            </a:r>
            <a:r>
              <a:rPr lang="en-GB" dirty="0" err="1"/>
              <a:t>interamente</a:t>
            </a:r>
            <a:r>
              <a:rPr lang="en-GB" dirty="0"/>
              <a:t> in Rust e </a:t>
            </a:r>
            <a:r>
              <a:rPr lang="en-GB" dirty="0" err="1"/>
              <a:t>basato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un </a:t>
            </a:r>
            <a:r>
              <a:rPr lang="en-GB" dirty="0" err="1"/>
              <a:t>modello</a:t>
            </a:r>
            <a:r>
              <a:rPr lang="en-GB" dirty="0"/>
              <a:t> dataflow,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rappresenta</a:t>
            </a:r>
            <a:r>
              <a:rPr lang="en-GB" dirty="0"/>
              <a:t> le </a:t>
            </a:r>
            <a:r>
              <a:rPr lang="en-GB" dirty="0" err="1"/>
              <a:t>operazioni</a:t>
            </a:r>
            <a:r>
              <a:rPr lang="en-GB" dirty="0"/>
              <a:t> come nodi di un </a:t>
            </a:r>
            <a:r>
              <a:rPr lang="en-GB" dirty="0" err="1"/>
              <a:t>grafo</a:t>
            </a:r>
            <a:r>
              <a:rPr lang="en-GB" dirty="0"/>
              <a:t> </a:t>
            </a:r>
            <a:r>
              <a:rPr lang="en-GB" dirty="0" err="1"/>
              <a:t>aciclico</a:t>
            </a:r>
            <a:r>
              <a:rPr lang="en-GB" dirty="0"/>
              <a:t> </a:t>
            </a:r>
            <a:r>
              <a:rPr lang="en-GB" dirty="0" err="1"/>
              <a:t>diretto</a:t>
            </a:r>
            <a:r>
              <a:rPr lang="en-GB" dirty="0"/>
              <a:t>.</a:t>
            </a:r>
            <a:br>
              <a:rPr lang="en-GB" dirty="0"/>
            </a:b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questo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paradigma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l'esecuzione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 segue un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ordine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sequenziale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fisso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 le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operazioni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attivano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automaticamente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appena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dati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necessari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diventano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disponibili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GB" b="0" dirty="0"/>
            </a:br>
            <a:r>
              <a:rPr lang="en-GB" dirty="0"/>
              <a:t>In </a:t>
            </a:r>
            <a:r>
              <a:rPr lang="en-GB" dirty="0" err="1"/>
              <a:t>questo</a:t>
            </a:r>
            <a:r>
              <a:rPr lang="en-GB" dirty="0"/>
              <a:t> modo, il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abilita</a:t>
            </a:r>
            <a:r>
              <a:rPr lang="en-GB" dirty="0"/>
              <a:t> un </a:t>
            </a:r>
            <a:r>
              <a:rPr lang="en-GB" dirty="0" err="1"/>
              <a:t>parallelismo</a:t>
            </a:r>
            <a:r>
              <a:rPr lang="en-GB" dirty="0"/>
              <a:t> </a:t>
            </a:r>
            <a:r>
              <a:rPr lang="en-GB" dirty="0" err="1"/>
              <a:t>implicito</a:t>
            </a:r>
            <a:r>
              <a:rPr lang="en-GB" dirty="0"/>
              <a:t> ed </a:t>
            </a:r>
            <a:r>
              <a:rPr lang="en-GB" dirty="0" err="1"/>
              <a:t>evita</a:t>
            </a:r>
            <a:r>
              <a:rPr lang="en-GB" dirty="0"/>
              <a:t> colli di </a:t>
            </a:r>
            <a:r>
              <a:rPr lang="en-GB" dirty="0" err="1"/>
              <a:t>bottiglia</a:t>
            </a:r>
            <a:r>
              <a:rPr lang="en-GB" dirty="0"/>
              <a:t>, </a:t>
            </a:r>
            <a:r>
              <a:rPr lang="en-GB" dirty="0" err="1"/>
              <a:t>facendo</a:t>
            </a:r>
            <a:r>
              <a:rPr lang="en-GB" dirty="0"/>
              <a:t> </a:t>
            </a:r>
            <a:r>
              <a:rPr lang="en-GB" dirty="0" err="1"/>
              <a:t>fluire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dati</a:t>
            </a:r>
            <a:r>
              <a:rPr lang="en-GB" dirty="0"/>
              <a:t> senza </a:t>
            </a:r>
            <a:r>
              <a:rPr lang="en-GB" dirty="0" err="1"/>
              <a:t>punti</a:t>
            </a:r>
            <a:r>
              <a:rPr lang="en-GB" dirty="0"/>
              <a:t> di </a:t>
            </a:r>
            <a:r>
              <a:rPr lang="en-GB" dirty="0" err="1"/>
              <a:t>accumulo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r>
              <a:rPr lang="en-GB" dirty="0"/>
              <a:t>Di </a:t>
            </a:r>
            <a:r>
              <a:rPr lang="en-GB" dirty="0" err="1"/>
              <a:t>conseguenza</a:t>
            </a:r>
            <a:r>
              <a:rPr lang="en-GB" dirty="0"/>
              <a:t>, la </a:t>
            </a:r>
            <a:r>
              <a:rPr lang="en-GB" dirty="0" err="1"/>
              <a:t>struttura</a:t>
            </a:r>
            <a:r>
              <a:rPr lang="en-GB" dirty="0"/>
              <a:t> </a:t>
            </a:r>
            <a:r>
              <a:rPr lang="en-GB" dirty="0" err="1"/>
              <a:t>garantisce</a:t>
            </a:r>
            <a:r>
              <a:rPr lang="en-GB" dirty="0"/>
              <a:t> </a:t>
            </a:r>
            <a:r>
              <a:rPr lang="en-GB" dirty="0" err="1"/>
              <a:t>massima</a:t>
            </a:r>
            <a:r>
              <a:rPr lang="en-GB" dirty="0"/>
              <a:t> </a:t>
            </a:r>
            <a:r>
              <a:rPr lang="en-GB" dirty="0" err="1"/>
              <a:t>efficienza</a:t>
            </a:r>
            <a:r>
              <a:rPr lang="en-GB" dirty="0"/>
              <a:t> e </a:t>
            </a:r>
            <a:r>
              <a:rPr lang="en-GB" dirty="0" err="1"/>
              <a:t>sicurezza</a:t>
            </a:r>
            <a:r>
              <a:rPr lang="en-GB" dirty="0"/>
              <a:t>, </a:t>
            </a:r>
            <a:r>
              <a:rPr lang="en-GB" dirty="0" err="1"/>
              <a:t>offrendo</a:t>
            </a:r>
            <a:r>
              <a:rPr lang="en-GB" dirty="0"/>
              <a:t> performance </a:t>
            </a:r>
            <a:r>
              <a:rPr lang="en-GB" dirty="0" err="1"/>
              <a:t>superiori</a:t>
            </a:r>
            <a:r>
              <a:rPr lang="en-GB" dirty="0"/>
              <a:t> rispetto a </a:t>
            </a:r>
            <a:r>
              <a:rPr lang="en-GB" dirty="0" err="1"/>
              <a:t>sistemi</a:t>
            </a:r>
            <a:r>
              <a:rPr lang="en-GB" dirty="0"/>
              <a:t> </a:t>
            </a:r>
            <a:r>
              <a:rPr lang="en-GB" dirty="0" err="1"/>
              <a:t>simili</a:t>
            </a:r>
            <a:r>
              <a:rPr lang="en-GB" dirty="0"/>
              <a:t> come Apache Flink.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A7E04E-277B-8111-D3E9-9D28F386B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671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0AD5-1F62-ACEE-9AAE-ECE44832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65C7A1F-302E-CE97-7F94-C2DA11DEA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60AC6E-E3C9-52F0-C336-E4641150A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pipeline di Renoir è </a:t>
            </a:r>
            <a:r>
              <a:rPr lang="en-GB" dirty="0" err="1"/>
              <a:t>stata</a:t>
            </a:r>
            <a:r>
              <a:rPr lang="en-GB" dirty="0"/>
              <a:t> </a:t>
            </a:r>
            <a:r>
              <a:rPr lang="en-GB" dirty="0" err="1"/>
              <a:t>ingegnerizzata</a:t>
            </a:r>
            <a:r>
              <a:rPr lang="en-GB" dirty="0"/>
              <a:t> come segue: </a:t>
            </a:r>
            <a:br>
              <a:rPr lang="en-GB" dirty="0"/>
            </a:br>
            <a:r>
              <a:rPr lang="en-GB" dirty="0" err="1"/>
              <a:t>partendo</a:t>
            </a:r>
            <a:r>
              <a:rPr lang="en-GB" dirty="0"/>
              <a:t> dal dataset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vediamo</a:t>
            </a:r>
            <a:r>
              <a:rPr lang="en-GB" dirty="0"/>
              <a:t> a sinistra, il </a:t>
            </a:r>
            <a:r>
              <a:rPr lang="en-GB" dirty="0" err="1"/>
              <a:t>flusso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convertito</a:t>
            </a:r>
            <a:r>
              <a:rPr lang="en-GB" dirty="0"/>
              <a:t> in uno stream continuo </a:t>
            </a:r>
            <a:r>
              <a:rPr lang="en-GB" dirty="0" err="1"/>
              <a:t>tramite</a:t>
            </a:r>
            <a:r>
              <a:rPr lang="en-GB" dirty="0"/>
              <a:t> il </a:t>
            </a:r>
            <a:r>
              <a:rPr lang="en-GB" dirty="0" err="1"/>
              <a:t>comando</a:t>
            </a:r>
            <a:r>
              <a:rPr lang="en-GB" dirty="0"/>
              <a:t> 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stream_iter</a:t>
            </a:r>
            <a:r>
              <a:rPr lang="en-GB" dirty="0"/>
              <a:t>. </a:t>
            </a:r>
          </a:p>
          <a:p>
            <a:r>
              <a:rPr lang="en-GB" dirty="0" err="1"/>
              <a:t>Successivamente</a:t>
            </a:r>
            <a:r>
              <a:rPr lang="en-GB" dirty="0"/>
              <a:t>, un </a:t>
            </a:r>
            <a:r>
              <a:rPr lang="en-GB" dirty="0" err="1"/>
              <a:t>operatore</a:t>
            </a:r>
            <a:r>
              <a:rPr lang="en-GB" dirty="0"/>
              <a:t> di 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flat_map</a:t>
            </a:r>
            <a:r>
              <a:rPr lang="en-GB" dirty="0"/>
              <a:t> </a:t>
            </a:r>
            <a:r>
              <a:rPr lang="en-GB" dirty="0" err="1"/>
              <a:t>duplica</a:t>
            </a:r>
            <a:r>
              <a:rPr lang="en-GB" dirty="0"/>
              <a:t> le </a:t>
            </a:r>
            <a:r>
              <a:rPr lang="en-GB" dirty="0" err="1"/>
              <a:t>istanze</a:t>
            </a:r>
            <a:r>
              <a:rPr lang="en-GB" dirty="0"/>
              <a:t>, </a:t>
            </a:r>
          </a:p>
          <a:p>
            <a:r>
              <a:rPr lang="en-GB" dirty="0"/>
              <a:t>e un </a:t>
            </a:r>
            <a:r>
              <a:rPr lang="en-GB" dirty="0" err="1"/>
              <a:t>operatore</a:t>
            </a:r>
            <a:r>
              <a:rPr lang="en-GB" dirty="0"/>
              <a:t> </a:t>
            </a:r>
            <a:r>
              <a:rPr lang="en-GB" b="1" dirty="0" err="1"/>
              <a:t>group_by</a:t>
            </a:r>
            <a:r>
              <a:rPr lang="en-GB" dirty="0"/>
              <a:t> </a:t>
            </a:r>
            <a:r>
              <a:rPr lang="en-GB" dirty="0" err="1"/>
              <a:t>permette</a:t>
            </a:r>
            <a:r>
              <a:rPr lang="en-GB" dirty="0"/>
              <a:t> di </a:t>
            </a:r>
            <a:r>
              <a:rPr lang="en-GB" dirty="0" err="1"/>
              <a:t>instradarle</a:t>
            </a:r>
            <a:r>
              <a:rPr lang="en-GB" dirty="0"/>
              <a:t> verso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singoli</a:t>
            </a:r>
            <a:r>
              <a:rPr lang="en-GB" dirty="0"/>
              <a:t> </a:t>
            </a:r>
            <a:r>
              <a:rPr lang="en-GB" dirty="0" err="1"/>
              <a:t>alberi</a:t>
            </a:r>
            <a:r>
              <a:rPr lang="en-GB" dirty="0"/>
              <a:t>. </a:t>
            </a:r>
          </a:p>
          <a:p>
            <a:r>
              <a:rPr lang="en-GB" dirty="0"/>
              <a:t>Segue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rich_map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consente</a:t>
            </a:r>
            <a:r>
              <a:rPr lang="en-GB" dirty="0"/>
              <a:t> a </a:t>
            </a:r>
            <a:r>
              <a:rPr lang="en-GB" dirty="0" err="1"/>
              <a:t>ciascun</a:t>
            </a:r>
            <a:r>
              <a:rPr lang="en-GB" dirty="0"/>
              <a:t> </a:t>
            </a:r>
            <a:r>
              <a:rPr lang="en-GB" dirty="0" err="1"/>
              <a:t>albero</a:t>
            </a:r>
            <a:r>
              <a:rPr lang="en-GB" dirty="0"/>
              <a:t> di </a:t>
            </a:r>
            <a:r>
              <a:rPr lang="en-GB" dirty="0" err="1"/>
              <a:t>eseguire</a:t>
            </a:r>
            <a:r>
              <a:rPr lang="en-GB" dirty="0"/>
              <a:t> la </a:t>
            </a:r>
            <a:r>
              <a:rPr lang="en-GB" i="1" dirty="0"/>
              <a:t>prequential evaluation</a:t>
            </a:r>
            <a:r>
              <a:rPr lang="en-GB" dirty="0"/>
              <a:t>, </a:t>
            </a:r>
            <a:r>
              <a:rPr lang="en-GB" dirty="0" err="1"/>
              <a:t>applicando</a:t>
            </a:r>
            <a:r>
              <a:rPr lang="en-GB" dirty="0"/>
              <a:t> il peso </a:t>
            </a:r>
            <a:r>
              <a:rPr lang="en-GB" dirty="0" err="1"/>
              <a:t>corretto</a:t>
            </a:r>
            <a:r>
              <a:rPr lang="en-GB" dirty="0"/>
              <a:t> </a:t>
            </a:r>
            <a:r>
              <a:rPr lang="en-GB" dirty="0" err="1"/>
              <a:t>calcolato</a:t>
            </a:r>
            <a:r>
              <a:rPr lang="en-GB" dirty="0"/>
              <a:t> dal </a:t>
            </a:r>
            <a:r>
              <a:rPr lang="en-GB" i="1" dirty="0"/>
              <a:t>Poisson bagging</a:t>
            </a:r>
            <a:r>
              <a:rPr lang="en-GB" dirty="0"/>
              <a:t>. </a:t>
            </a:r>
          </a:p>
          <a:p>
            <a:r>
              <a:rPr lang="en-GB" dirty="0"/>
              <a:t>(È </a:t>
            </a:r>
            <a:r>
              <a:rPr lang="en-GB" dirty="0" err="1"/>
              <a:t>importante</a:t>
            </a:r>
            <a:r>
              <a:rPr lang="en-GB" dirty="0"/>
              <a:t> </a:t>
            </a:r>
            <a:r>
              <a:rPr lang="en-GB" dirty="0" err="1"/>
              <a:t>sottolineare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l'astrazione</a:t>
            </a:r>
            <a:r>
              <a:rPr lang="en-GB" dirty="0"/>
              <a:t> di Renoir ci </a:t>
            </a:r>
            <a:r>
              <a:rPr lang="en-GB" dirty="0" err="1"/>
              <a:t>permette</a:t>
            </a:r>
            <a:r>
              <a:rPr lang="en-GB" dirty="0"/>
              <a:t> di </a:t>
            </a:r>
            <a:r>
              <a:rPr lang="en-GB" dirty="0" err="1"/>
              <a:t>definire</a:t>
            </a:r>
            <a:r>
              <a:rPr lang="en-GB" dirty="0"/>
              <a:t> la </a:t>
            </a:r>
            <a:r>
              <a:rPr lang="en-GB" dirty="0" err="1"/>
              <a:t>logica</a:t>
            </a:r>
            <a:r>
              <a:rPr lang="en-GB" dirty="0"/>
              <a:t> del </a:t>
            </a:r>
            <a:r>
              <a:rPr lang="en-GB" dirty="0" err="1"/>
              <a:t>singolo</a:t>
            </a:r>
            <a:r>
              <a:rPr lang="en-GB" dirty="0"/>
              <a:t> </a:t>
            </a:r>
            <a:r>
              <a:rPr lang="en-GB" dirty="0" err="1"/>
              <a:t>albero</a:t>
            </a:r>
            <a:r>
              <a:rPr lang="en-GB" dirty="0"/>
              <a:t> in modo </a:t>
            </a:r>
            <a:r>
              <a:rPr lang="en-GB" dirty="0" err="1"/>
              <a:t>indipendente</a:t>
            </a:r>
            <a:r>
              <a:rPr lang="en-GB" dirty="0"/>
              <a:t> </a:t>
            </a:r>
            <a:r>
              <a:rPr lang="en-GB" dirty="0" err="1"/>
              <a:t>dalla</a:t>
            </a:r>
            <a:r>
              <a:rPr lang="en-GB" dirty="0"/>
              <a:t> </a:t>
            </a:r>
            <a:r>
              <a:rPr lang="en-GB" dirty="0" err="1"/>
              <a:t>topologia</a:t>
            </a:r>
            <a:r>
              <a:rPr lang="en-GB" dirty="0"/>
              <a:t> </a:t>
            </a:r>
            <a:r>
              <a:rPr lang="en-GB" dirty="0" err="1"/>
              <a:t>fisica</a:t>
            </a:r>
            <a:r>
              <a:rPr lang="en-GB" dirty="0"/>
              <a:t>. </a:t>
            </a:r>
            <a:r>
              <a:rPr lang="en-GB" dirty="0" err="1"/>
              <a:t>Sarà</a:t>
            </a:r>
            <a:r>
              <a:rPr lang="en-GB" dirty="0"/>
              <a:t> poi il framework a </a:t>
            </a:r>
            <a:r>
              <a:rPr lang="en-GB" dirty="0" err="1"/>
              <a:t>distribuire</a:t>
            </a:r>
            <a:r>
              <a:rPr lang="en-GB" dirty="0"/>
              <a:t> </a:t>
            </a:r>
            <a:r>
              <a:rPr lang="en-GB" dirty="0" err="1"/>
              <a:t>gli</a:t>
            </a:r>
            <a:r>
              <a:rPr lang="en-GB" dirty="0"/>
              <a:t> </a:t>
            </a:r>
            <a:r>
              <a:rPr lang="en-GB" dirty="0" err="1"/>
              <a:t>alberi</a:t>
            </a:r>
            <a:r>
              <a:rPr lang="en-GB" dirty="0"/>
              <a:t> </a:t>
            </a:r>
            <a:r>
              <a:rPr lang="en-GB" dirty="0" err="1"/>
              <a:t>equamente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core (e </a:t>
            </a:r>
            <a:r>
              <a:rPr lang="en-GB" dirty="0" err="1"/>
              <a:t>potenzialmente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diversi</a:t>
            </a:r>
            <a:r>
              <a:rPr lang="en-GB" dirty="0"/>
              <a:t> host). </a:t>
            </a:r>
          </a:p>
          <a:p>
            <a:r>
              <a:rPr lang="en-GB" dirty="0"/>
              <a:t>Le </a:t>
            </a:r>
            <a:r>
              <a:rPr lang="en-GB" dirty="0" err="1"/>
              <a:t>predizioni</a:t>
            </a:r>
            <a:r>
              <a:rPr lang="en-GB" dirty="0"/>
              <a:t> </a:t>
            </a:r>
            <a:r>
              <a:rPr lang="en-GB" dirty="0" err="1"/>
              <a:t>parziali</a:t>
            </a:r>
            <a:r>
              <a:rPr lang="en-GB" dirty="0"/>
              <a:t> </a:t>
            </a:r>
            <a:r>
              <a:rPr lang="en-GB" dirty="0" err="1"/>
              <a:t>vengono</a:t>
            </a:r>
            <a:r>
              <a:rPr lang="en-GB" dirty="0"/>
              <a:t> poi </a:t>
            </a:r>
            <a:r>
              <a:rPr lang="en-GB" b="1" dirty="0" err="1"/>
              <a:t>raggruppate</a:t>
            </a:r>
            <a:r>
              <a:rPr lang="en-GB" b="1" dirty="0"/>
              <a:t> per </a:t>
            </a:r>
            <a:r>
              <a:rPr lang="en-GB" b="1" dirty="0" err="1"/>
              <a:t>istanza</a:t>
            </a:r>
            <a:r>
              <a:rPr lang="en-GB" dirty="0"/>
              <a:t>, </a:t>
            </a:r>
            <a:r>
              <a:rPr lang="en-GB" dirty="0" err="1"/>
              <a:t>consentendo</a:t>
            </a:r>
            <a:r>
              <a:rPr lang="en-GB" dirty="0"/>
              <a:t> a un pool di </a:t>
            </a:r>
            <a:r>
              <a:rPr lang="en-GB" dirty="0" err="1"/>
              <a:t>aggregatori</a:t>
            </a:r>
            <a:r>
              <a:rPr lang="en-GB" dirty="0"/>
              <a:t> (</a:t>
            </a:r>
            <a:r>
              <a:rPr lang="en-GB" dirty="0" err="1"/>
              <a:t>anch'essi</a:t>
            </a:r>
            <a:r>
              <a:rPr lang="en-GB" dirty="0"/>
              <a:t> </a:t>
            </a:r>
            <a:r>
              <a:rPr lang="en-GB" dirty="0" err="1"/>
              <a:t>distribuiti</a:t>
            </a:r>
            <a:r>
              <a:rPr lang="en-GB" dirty="0"/>
              <a:t> in </a:t>
            </a:r>
            <a:r>
              <a:rPr lang="en-GB" dirty="0" err="1"/>
              <a:t>parallelo</a:t>
            </a:r>
            <a:r>
              <a:rPr lang="en-GB" dirty="0"/>
              <a:t> </a:t>
            </a:r>
            <a:r>
              <a:rPr lang="en-GB" dirty="0" err="1"/>
              <a:t>evitando</a:t>
            </a:r>
            <a:r>
              <a:rPr lang="en-GB" dirty="0"/>
              <a:t> colli di </a:t>
            </a:r>
            <a:r>
              <a:rPr lang="en-GB" dirty="0" err="1"/>
              <a:t>bottiglia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GB" dirty="0"/>
              <a:t> di </a:t>
            </a:r>
            <a:r>
              <a:rPr lang="en-GB" dirty="0" err="1"/>
              <a:t>computare</a:t>
            </a:r>
            <a:r>
              <a:rPr lang="en-GB" dirty="0"/>
              <a:t> il </a:t>
            </a:r>
            <a:r>
              <a:rPr lang="en-GB" dirty="0" err="1"/>
              <a:t>verdetto</a:t>
            </a:r>
            <a:r>
              <a:rPr lang="en-GB" dirty="0"/>
              <a:t> finale </a:t>
            </a:r>
            <a:r>
              <a:rPr lang="en-GB" dirty="0" err="1"/>
              <a:t>dell'ensemble</a:t>
            </a:r>
            <a:r>
              <a:rPr lang="en-GB" dirty="0"/>
              <a:t>. </a:t>
            </a:r>
            <a:r>
              <a:rPr lang="en-GB" dirty="0" err="1"/>
              <a:t>Infine</a:t>
            </a:r>
            <a:r>
              <a:rPr lang="en-GB" dirty="0"/>
              <a:t>, le </a:t>
            </a:r>
            <a:r>
              <a:rPr lang="en-GB" dirty="0" err="1"/>
              <a:t>predizioni</a:t>
            </a:r>
            <a:r>
              <a:rPr lang="en-GB" dirty="0"/>
              <a:t> aggregate </a:t>
            </a:r>
            <a:r>
              <a:rPr lang="en-GB" dirty="0" err="1"/>
              <a:t>confluiscono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un </a:t>
            </a:r>
            <a:r>
              <a:rPr lang="en-GB" dirty="0" err="1"/>
              <a:t>unico</a:t>
            </a:r>
            <a:r>
              <a:rPr lang="en-GB" dirty="0"/>
              <a:t> </a:t>
            </a:r>
            <a:r>
              <a:rPr lang="en-GB" dirty="0" err="1"/>
              <a:t>nodo</a:t>
            </a:r>
            <a:r>
              <a:rPr lang="en-GB" dirty="0"/>
              <a:t> per </a:t>
            </a:r>
            <a:r>
              <a:rPr lang="en-GB" dirty="0" err="1"/>
              <a:t>essere</a:t>
            </a:r>
            <a:r>
              <a:rPr lang="en-GB" dirty="0"/>
              <a:t> </a:t>
            </a:r>
            <a:r>
              <a:rPr lang="en-GB" dirty="0" err="1"/>
              <a:t>serializzate</a:t>
            </a:r>
            <a:r>
              <a:rPr lang="en-GB" dirty="0"/>
              <a:t> in un file CSV </a:t>
            </a:r>
            <a:r>
              <a:rPr lang="en-GB" dirty="0" err="1"/>
              <a:t>destinato</a:t>
            </a:r>
            <a:r>
              <a:rPr lang="en-GB" dirty="0"/>
              <a:t> alle </a:t>
            </a:r>
            <a:r>
              <a:rPr lang="en-GB" dirty="0" err="1"/>
              <a:t>analisi</a:t>
            </a:r>
            <a:r>
              <a:rPr lang="en-GB" dirty="0"/>
              <a:t> post-</a:t>
            </a:r>
            <a:r>
              <a:rPr lang="en-GB" dirty="0" err="1"/>
              <a:t>correlazione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9C06BC-CFFE-335B-D308-2643D78E0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25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B22E-C213-7D6B-AD5D-306343589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9BC563C-E38C-0713-7816-0E10788E9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611D7B3-0F2A-95C8-35A7-BCAF3AF77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Per la </a:t>
            </a:r>
            <a:r>
              <a:rPr lang="en-GB" dirty="0" err="1"/>
              <a:t>valutazione</a:t>
            </a:r>
            <a:r>
              <a:rPr lang="en-GB" dirty="0"/>
              <a:t> </a:t>
            </a:r>
            <a:r>
              <a:rPr lang="en-GB" dirty="0" err="1"/>
              <a:t>sperimentale</a:t>
            </a:r>
            <a:r>
              <a:rPr lang="en-GB" dirty="0"/>
              <a:t>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utilizzato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macchina</a:t>
            </a:r>
            <a:r>
              <a:rPr lang="en-GB" dirty="0"/>
              <a:t> con 16 core (32 thread) e 64 Gigabyte di RAM. </a:t>
            </a:r>
          </a:p>
          <a:p>
            <a:r>
              <a:rPr lang="en-GB" dirty="0"/>
              <a:t>I test </a:t>
            </a:r>
            <a:r>
              <a:rPr lang="en-GB" dirty="0" err="1"/>
              <a:t>hanno</a:t>
            </a:r>
            <a:r>
              <a:rPr lang="en-GB" dirty="0"/>
              <a:t> </a:t>
            </a:r>
            <a:r>
              <a:rPr lang="en-GB" dirty="0" err="1"/>
              <a:t>incluso</a:t>
            </a:r>
            <a:r>
              <a:rPr lang="en-GB" dirty="0"/>
              <a:t> 7 dataset </a:t>
            </a:r>
            <a:r>
              <a:rPr lang="en-GB" dirty="0" err="1"/>
              <a:t>reali</a:t>
            </a:r>
            <a:r>
              <a:rPr lang="en-GB" dirty="0"/>
              <a:t> e 6 </a:t>
            </a:r>
            <a:r>
              <a:rPr lang="en-GB" dirty="0" err="1"/>
              <a:t>sintetici</a:t>
            </a:r>
            <a:r>
              <a:rPr lang="en-GB" dirty="0"/>
              <a:t> affetti da concept drift (</a:t>
            </a:r>
            <a:r>
              <a:rPr lang="en-GB" dirty="0" err="1"/>
              <a:t>gli</a:t>
            </a:r>
            <a:r>
              <a:rPr lang="en-GB" dirty="0"/>
              <a:t> </a:t>
            </a:r>
            <a:r>
              <a:rPr lang="en-GB" dirty="0" err="1"/>
              <a:t>stessi</a:t>
            </a:r>
            <a:r>
              <a:rPr lang="en-GB" dirty="0"/>
              <a:t> del paper </a:t>
            </a:r>
            <a:r>
              <a:rPr lang="en-GB" dirty="0" err="1"/>
              <a:t>originale</a:t>
            </a:r>
            <a:r>
              <a:rPr lang="en-GB" dirty="0"/>
              <a:t> di ARF), </a:t>
            </a:r>
            <a:r>
              <a:rPr lang="en-GB" dirty="0" err="1"/>
              <a:t>offrendo</a:t>
            </a:r>
            <a:r>
              <a:rPr lang="en-GB" dirty="0"/>
              <a:t> </a:t>
            </a:r>
            <a:r>
              <a:rPr lang="en-GB" dirty="0" err="1"/>
              <a:t>un'ampia</a:t>
            </a:r>
            <a:r>
              <a:rPr lang="en-GB" dirty="0"/>
              <a:t> </a:t>
            </a:r>
            <a:r>
              <a:rPr lang="en-GB" dirty="0" err="1"/>
              <a:t>varietà</a:t>
            </a:r>
            <a:r>
              <a:rPr lang="en-GB" dirty="0"/>
              <a:t> in termini di </a:t>
            </a:r>
            <a:r>
              <a:rPr lang="en-GB" dirty="0" err="1"/>
              <a:t>dimensionalità</a:t>
            </a:r>
            <a:r>
              <a:rPr lang="en-GB" dirty="0"/>
              <a:t> delle feature e volume di </a:t>
            </a:r>
            <a:r>
              <a:rPr lang="en-GB" dirty="0" err="1"/>
              <a:t>istanze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confrontato</a:t>
            </a:r>
            <a:r>
              <a:rPr lang="en-GB" dirty="0"/>
              <a:t> le </a:t>
            </a:r>
            <a:r>
              <a:rPr lang="en-GB" dirty="0" err="1"/>
              <a:t>nostre</a:t>
            </a:r>
            <a:r>
              <a:rPr lang="en-GB" dirty="0"/>
              <a:t> performance con </a:t>
            </a:r>
            <a:r>
              <a:rPr lang="en-GB" dirty="0" err="1"/>
              <a:t>i</a:t>
            </a:r>
            <a:r>
              <a:rPr lang="en-GB" dirty="0"/>
              <a:t> framework </a:t>
            </a:r>
            <a:r>
              <a:rPr lang="en-GB" dirty="0" err="1"/>
              <a:t>dello</a:t>
            </a:r>
            <a:r>
              <a:rPr lang="en-GB" dirty="0"/>
              <a:t> </a:t>
            </a:r>
            <a:r>
              <a:rPr lang="en-GB" dirty="0" err="1"/>
              <a:t>stato</a:t>
            </a:r>
            <a:r>
              <a:rPr lang="en-GB" dirty="0"/>
              <a:t> dell’arte: MOA (</a:t>
            </a:r>
            <a:r>
              <a:rPr lang="en-GB" dirty="0" err="1"/>
              <a:t>scritto</a:t>
            </a:r>
            <a:r>
              <a:rPr lang="en-GB" dirty="0"/>
              <a:t> in Java) e </a:t>
            </a:r>
            <a:r>
              <a:rPr lang="en-GB" dirty="0" err="1"/>
              <a:t>Onelearn</a:t>
            </a:r>
            <a:r>
              <a:rPr lang="en-GB" dirty="0"/>
              <a:t> (in Python/C). </a:t>
            </a:r>
            <a:r>
              <a:rPr lang="en-GB" dirty="0" err="1"/>
              <a:t>Inoltre</a:t>
            </a:r>
            <a:r>
              <a:rPr lang="en-GB" dirty="0"/>
              <a:t>,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effettuato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comparazione</a:t>
            </a:r>
            <a:r>
              <a:rPr lang="en-GB" dirty="0"/>
              <a:t> interna con </a:t>
            </a:r>
            <a:r>
              <a:rPr lang="en-GB" dirty="0" err="1"/>
              <a:t>un'implementazione</a:t>
            </a:r>
            <a:r>
              <a:rPr lang="en-GB" dirty="0"/>
              <a:t> di </a:t>
            </a:r>
            <a:r>
              <a:rPr lang="en-GB" dirty="0" err="1"/>
              <a:t>classificazione</a:t>
            </a:r>
            <a:r>
              <a:rPr lang="en-GB" dirty="0"/>
              <a:t> </a:t>
            </a:r>
            <a:r>
              <a:rPr lang="en-GB" dirty="0" err="1"/>
              <a:t>precedentemente</a:t>
            </a:r>
            <a:r>
              <a:rPr lang="en-GB" dirty="0"/>
              <a:t> </a:t>
            </a:r>
            <a:r>
              <a:rPr lang="en-GB" dirty="0" err="1"/>
              <a:t>sviluppata</a:t>
            </a:r>
            <a:r>
              <a:rPr lang="en-GB" dirty="0"/>
              <a:t> in Renoir da un </a:t>
            </a:r>
            <a:r>
              <a:rPr lang="en-GB" dirty="0" err="1"/>
              <a:t>collega</a:t>
            </a:r>
            <a:r>
              <a:rPr lang="en-GB" dirty="0"/>
              <a:t> del </a:t>
            </a:r>
            <a:r>
              <a:rPr lang="en-GB" dirty="0" err="1"/>
              <a:t>Politecnico</a:t>
            </a:r>
            <a:r>
              <a:rPr lang="en-GB" dirty="0"/>
              <a:t> </a:t>
            </a:r>
            <a:r>
              <a:rPr lang="en-GB" dirty="0" err="1"/>
              <a:t>qualche</a:t>
            </a:r>
            <a:r>
              <a:rPr lang="en-GB" dirty="0"/>
              <a:t> mese fa.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8EA20A-4748-20E5-8B8E-70DDEEDFE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790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4F10-A8CB-5BED-7FE3-FD35DB36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E87E37-B97C-8747-C8CD-42CBBD15D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94E65F3-2F2D-3D9F-01B4-4E4BDAA21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Il primo </a:t>
            </a:r>
            <a:r>
              <a:rPr lang="en-GB" dirty="0" err="1"/>
              <a:t>obiettivo</a:t>
            </a:r>
            <a:r>
              <a:rPr lang="en-GB" dirty="0"/>
              <a:t> è </a:t>
            </a:r>
            <a:r>
              <a:rPr lang="en-GB" dirty="0" err="1"/>
              <a:t>stato</a:t>
            </a:r>
            <a:r>
              <a:rPr lang="en-GB" dirty="0"/>
              <a:t> </a:t>
            </a:r>
            <a:r>
              <a:rPr lang="en-GB" dirty="0" err="1"/>
              <a:t>verificare</a:t>
            </a:r>
            <a:r>
              <a:rPr lang="en-GB" dirty="0"/>
              <a:t> la </a:t>
            </a:r>
            <a:r>
              <a:rPr lang="en-GB" dirty="0" err="1"/>
              <a:t>correttezza</a:t>
            </a:r>
            <a:r>
              <a:rPr lang="en-GB" dirty="0"/>
              <a:t> </a:t>
            </a:r>
            <a:r>
              <a:rPr lang="en-GB" dirty="0" err="1"/>
              <a:t>algoritmica</a:t>
            </a:r>
            <a:r>
              <a:rPr lang="en-GB" dirty="0"/>
              <a:t>, </a:t>
            </a:r>
            <a:r>
              <a:rPr lang="en-GB" dirty="0" err="1"/>
              <a:t>accertandoci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l'accuratezza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nostri</a:t>
            </a:r>
            <a:r>
              <a:rPr lang="en-GB" dirty="0"/>
              <a:t> </a:t>
            </a:r>
            <a:r>
              <a:rPr lang="en-GB" dirty="0" err="1"/>
              <a:t>modelli</a:t>
            </a:r>
            <a:r>
              <a:rPr lang="en-GB" dirty="0"/>
              <a:t> fosse </a:t>
            </a:r>
            <a:r>
              <a:rPr lang="en-GB" dirty="0" err="1"/>
              <a:t>statisticamente</a:t>
            </a:r>
            <a:r>
              <a:rPr lang="en-GB" dirty="0"/>
              <a:t> </a:t>
            </a:r>
            <a:r>
              <a:rPr lang="en-GB" dirty="0" err="1"/>
              <a:t>equivalente</a:t>
            </a:r>
            <a:r>
              <a:rPr lang="en-GB" dirty="0"/>
              <a:t> </a:t>
            </a:r>
            <a:r>
              <a:rPr lang="en-GB" dirty="0" err="1"/>
              <a:t>allo</a:t>
            </a:r>
            <a:r>
              <a:rPr lang="en-GB" dirty="0"/>
              <a:t> </a:t>
            </a:r>
            <a:r>
              <a:rPr lang="en-GB" dirty="0" err="1"/>
              <a:t>stato</a:t>
            </a:r>
            <a:r>
              <a:rPr lang="en-GB" dirty="0"/>
              <a:t> dell'arte. </a:t>
            </a:r>
          </a:p>
          <a:p>
            <a:r>
              <a:rPr lang="en-GB" dirty="0"/>
              <a:t>A tale </a:t>
            </a:r>
            <a:r>
              <a:rPr lang="en-GB" dirty="0" err="1"/>
              <a:t>scopo</a:t>
            </a:r>
            <a:r>
              <a:rPr lang="en-GB" dirty="0"/>
              <a:t>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applicato</a:t>
            </a:r>
            <a:r>
              <a:rPr lang="en-GB" dirty="0"/>
              <a:t> la </a:t>
            </a:r>
            <a:r>
              <a:rPr lang="en-GB" dirty="0" err="1"/>
              <a:t>procedura</a:t>
            </a:r>
            <a:r>
              <a:rPr lang="en-GB" dirty="0"/>
              <a:t> non </a:t>
            </a:r>
            <a:r>
              <a:rPr lang="en-GB" dirty="0" err="1"/>
              <a:t>parametrica</a:t>
            </a:r>
            <a:r>
              <a:rPr lang="en-GB" dirty="0"/>
              <a:t> TOST (</a:t>
            </a:r>
            <a:r>
              <a:rPr lang="en-GB" i="1" dirty="0"/>
              <a:t>Two One-Sided Tests</a:t>
            </a:r>
            <a:r>
              <a:rPr lang="en-GB" dirty="0"/>
              <a:t>) con un </a:t>
            </a:r>
            <a:r>
              <a:rPr lang="en-GB" dirty="0" err="1"/>
              <a:t>margine</a:t>
            </a:r>
            <a:r>
              <a:rPr lang="en-GB" dirty="0"/>
              <a:t> di </a:t>
            </a:r>
            <a:r>
              <a:rPr lang="en-GB" dirty="0" err="1"/>
              <a:t>equivalenza</a:t>
            </a:r>
            <a:r>
              <a:rPr lang="en-GB" dirty="0"/>
              <a:t> </a:t>
            </a:r>
            <a:r>
              <a:rPr lang="en-GB" dirty="0" err="1"/>
              <a:t>dello</a:t>
            </a:r>
            <a:r>
              <a:rPr lang="en-GB" dirty="0"/>
              <a:t> 0.03, </a:t>
            </a:r>
            <a:r>
              <a:rPr lang="en-GB" dirty="0" err="1"/>
              <a:t>ottenendo</a:t>
            </a:r>
            <a:r>
              <a:rPr lang="en-GB" dirty="0"/>
              <a:t> la </a:t>
            </a:r>
            <a:r>
              <a:rPr lang="en-GB" dirty="0" err="1"/>
              <a:t>conferma</a:t>
            </a:r>
            <a:r>
              <a:rPr lang="en-GB" dirty="0"/>
              <a:t> della </a:t>
            </a:r>
            <a:r>
              <a:rPr lang="en-GB" dirty="0" err="1"/>
              <a:t>corretta</a:t>
            </a:r>
            <a:r>
              <a:rPr lang="en-GB" dirty="0"/>
              <a:t> replica </a:t>
            </a:r>
            <a:r>
              <a:rPr lang="en-GB" dirty="0" err="1"/>
              <a:t>funzionale</a:t>
            </a:r>
            <a:r>
              <a:rPr lang="en-GB" dirty="0"/>
              <a:t>. </a:t>
            </a:r>
            <a:endParaRPr lang="it-IT" strike="sngStrike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65D3A0-253E-7522-6271-F2445D97A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7799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80C55-4895-E49D-EF61-96F69D05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70F0FB-9346-7BFD-E323-52E5F2EB5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4BAC3D5-E791-78A6-BD19-E48DAB30E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Verificata</a:t>
            </a:r>
            <a:r>
              <a:rPr lang="en-GB" dirty="0"/>
              <a:t> la </a:t>
            </a:r>
            <a:r>
              <a:rPr lang="en-GB" dirty="0" err="1"/>
              <a:t>parità</a:t>
            </a:r>
            <a:r>
              <a:rPr lang="en-GB" dirty="0"/>
              <a:t> di </a:t>
            </a:r>
            <a:r>
              <a:rPr lang="en-GB" dirty="0" err="1"/>
              <a:t>accuratezza</a:t>
            </a:r>
            <a:r>
              <a:rPr lang="en-GB" dirty="0"/>
              <a:t>,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analizzato</a:t>
            </a:r>
            <a:r>
              <a:rPr lang="en-GB" dirty="0"/>
              <a:t> il throughput. </a:t>
            </a:r>
          </a:p>
          <a:p>
            <a:r>
              <a:rPr lang="en-GB" dirty="0"/>
              <a:t>La prima </a:t>
            </a:r>
            <a:r>
              <a:rPr lang="en-GB" dirty="0" err="1"/>
              <a:t>analisi</a:t>
            </a:r>
            <a:r>
              <a:rPr lang="en-GB" dirty="0"/>
              <a:t> è </a:t>
            </a:r>
            <a:r>
              <a:rPr lang="en-GB" dirty="0" err="1"/>
              <a:t>stata</a:t>
            </a:r>
            <a:r>
              <a:rPr lang="en-GB" dirty="0"/>
              <a:t> </a:t>
            </a:r>
            <a:r>
              <a:rPr lang="en-GB" dirty="0" err="1"/>
              <a:t>condotta</a:t>
            </a:r>
            <a:r>
              <a:rPr lang="en-GB" dirty="0"/>
              <a:t> </a:t>
            </a:r>
            <a:r>
              <a:rPr lang="en-GB" dirty="0" err="1"/>
              <a:t>configurando</a:t>
            </a:r>
            <a:r>
              <a:rPr lang="en-GB" dirty="0"/>
              <a:t> un ensemble di 10 </a:t>
            </a:r>
            <a:r>
              <a:rPr lang="en-GB" dirty="0" err="1"/>
              <a:t>alberi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un </a:t>
            </a:r>
            <a:r>
              <a:rPr lang="en-GB" dirty="0" err="1"/>
              <a:t>singolo</a:t>
            </a:r>
            <a:r>
              <a:rPr lang="en-GB" dirty="0"/>
              <a:t> core. I </a:t>
            </a:r>
            <a:r>
              <a:rPr lang="en-GB" dirty="0" err="1"/>
              <a:t>risultati</a:t>
            </a:r>
            <a:r>
              <a:rPr lang="en-GB" dirty="0"/>
              <a:t> </a:t>
            </a:r>
            <a:r>
              <a:rPr lang="en-GB" dirty="0" err="1"/>
              <a:t>indicano</a:t>
            </a:r>
            <a:r>
              <a:rPr lang="en-GB" dirty="0"/>
              <a:t> uno speedup </a:t>
            </a:r>
            <a:r>
              <a:rPr lang="en-GB" dirty="0" err="1"/>
              <a:t>estremamente</a:t>
            </a:r>
            <a:r>
              <a:rPr lang="en-GB" dirty="0"/>
              <a:t> </a:t>
            </a:r>
            <a:r>
              <a:rPr lang="en-GB" dirty="0" err="1"/>
              <a:t>positivo</a:t>
            </a:r>
            <a:r>
              <a:rPr lang="en-GB" dirty="0"/>
              <a:t>, con </a:t>
            </a:r>
            <a:r>
              <a:rPr lang="en-GB" dirty="0" err="1"/>
              <a:t>picchi</a:t>
            </a:r>
            <a:r>
              <a:rPr lang="en-GB" dirty="0"/>
              <a:t> </a:t>
            </a:r>
            <a:r>
              <a:rPr lang="en-GB" dirty="0" err="1"/>
              <a:t>fino</a:t>
            </a:r>
            <a:r>
              <a:rPr lang="en-GB" dirty="0"/>
              <a:t> a 35 volte rispetto a MOA e 18 volte rispetto a </a:t>
            </a:r>
            <a:r>
              <a:rPr lang="en-GB" dirty="0" err="1"/>
              <a:t>Onelearn</a:t>
            </a:r>
            <a:r>
              <a:rPr lang="en-GB" dirty="0"/>
              <a:t>, a </a:t>
            </a:r>
            <a:r>
              <a:rPr lang="en-GB" dirty="0" err="1"/>
              <a:t>dimostrazione</a:t>
            </a:r>
            <a:r>
              <a:rPr lang="en-GB" dirty="0"/>
              <a:t> di come </a:t>
            </a:r>
            <a:r>
              <a:rPr lang="en-GB" dirty="0" err="1"/>
              <a:t>l’astrazione</a:t>
            </a:r>
            <a:r>
              <a:rPr lang="en-GB" dirty="0"/>
              <a:t> di Rust e Renoir </a:t>
            </a:r>
            <a:r>
              <a:rPr lang="en-GB" dirty="0" err="1"/>
              <a:t>offra</a:t>
            </a:r>
            <a:r>
              <a:rPr lang="en-GB" dirty="0"/>
              <a:t> un </a:t>
            </a:r>
            <a:r>
              <a:rPr lang="en-GB" dirty="0" err="1"/>
              <a:t>vantaggio</a:t>
            </a:r>
            <a:r>
              <a:rPr lang="en-GB" dirty="0"/>
              <a:t> </a:t>
            </a:r>
            <a:r>
              <a:rPr lang="en-GB" dirty="0" err="1"/>
              <a:t>competitivo</a:t>
            </a:r>
            <a:r>
              <a:rPr lang="en-GB" dirty="0"/>
              <a:t> </a:t>
            </a:r>
            <a:r>
              <a:rPr lang="en-GB" dirty="0" err="1"/>
              <a:t>netto</a:t>
            </a:r>
            <a:r>
              <a:rPr lang="en-GB" dirty="0"/>
              <a:t>. </a:t>
            </a:r>
          </a:p>
          <a:p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inoltre</a:t>
            </a:r>
            <a:r>
              <a:rPr lang="en-GB" dirty="0"/>
              <a:t> </a:t>
            </a:r>
            <a:r>
              <a:rPr lang="en-GB" dirty="0" err="1"/>
              <a:t>notato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correlazione</a:t>
            </a:r>
            <a:r>
              <a:rPr lang="en-GB" dirty="0"/>
              <a:t> </a:t>
            </a:r>
            <a:r>
              <a:rPr lang="en-GB" dirty="0" err="1"/>
              <a:t>direttamente</a:t>
            </a:r>
            <a:r>
              <a:rPr lang="en-GB" dirty="0"/>
              <a:t> </a:t>
            </a:r>
            <a:r>
              <a:rPr lang="en-GB" dirty="0" err="1"/>
              <a:t>proporzionale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lo speedup e il </a:t>
            </a:r>
            <a:r>
              <a:rPr lang="en-GB" dirty="0" err="1"/>
              <a:t>numero</a:t>
            </a:r>
            <a:r>
              <a:rPr lang="en-GB" dirty="0"/>
              <a:t> di feature del dataset: il nostro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esprime</a:t>
            </a:r>
            <a:r>
              <a:rPr lang="en-GB" dirty="0"/>
              <a:t> il </a:t>
            </a:r>
            <a:r>
              <a:rPr lang="en-GB" dirty="0" err="1"/>
              <a:t>massimo</a:t>
            </a:r>
            <a:r>
              <a:rPr lang="en-GB" dirty="0"/>
              <a:t> </a:t>
            </a:r>
            <a:r>
              <a:rPr lang="en-GB" dirty="0" err="1"/>
              <a:t>potenziale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 proprio </a:t>
            </a:r>
            <a:r>
              <a:rPr lang="en-GB" dirty="0" err="1"/>
              <a:t>nei</a:t>
            </a:r>
            <a:r>
              <a:rPr lang="en-GB" dirty="0"/>
              <a:t> </a:t>
            </a:r>
            <a:r>
              <a:rPr lang="en-GB" dirty="0" err="1"/>
              <a:t>contesti</a:t>
            </a:r>
            <a:r>
              <a:rPr lang="en-GB" dirty="0"/>
              <a:t> a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alta</a:t>
            </a:r>
            <a:r>
              <a:rPr lang="en-GB" dirty="0"/>
              <a:t> </a:t>
            </a:r>
            <a:r>
              <a:rPr lang="en-GB" dirty="0" err="1"/>
              <a:t>dimensionalità</a:t>
            </a:r>
            <a:r>
              <a:rPr lang="en-GB" dirty="0"/>
              <a:t>. </a:t>
            </a:r>
          </a:p>
          <a:p>
            <a:br>
              <a:rPr lang="en-GB" dirty="0"/>
            </a:br>
            <a:r>
              <a:rPr lang="en-GB" dirty="0" err="1"/>
              <a:t>Un'ulteriore</a:t>
            </a:r>
            <a:r>
              <a:rPr lang="en-GB" dirty="0"/>
              <a:t> </a:t>
            </a:r>
            <a:r>
              <a:rPr lang="en-GB" dirty="0" err="1"/>
              <a:t>analisi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ARF (</a:t>
            </a:r>
            <a:r>
              <a:rPr lang="en-GB" dirty="0" err="1"/>
              <a:t>unico</a:t>
            </a:r>
            <a:r>
              <a:rPr lang="en-GB" dirty="0"/>
              <a:t> </a:t>
            </a:r>
            <a:r>
              <a:rPr lang="en-GB" dirty="0" err="1"/>
              <a:t>algoritmo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quelli</a:t>
            </a:r>
            <a:r>
              <a:rPr lang="en-GB" dirty="0"/>
              <a:t> </a:t>
            </a:r>
            <a:r>
              <a:rPr lang="en-GB" dirty="0" err="1"/>
              <a:t>forniti</a:t>
            </a:r>
            <a:r>
              <a:rPr lang="en-GB" dirty="0"/>
              <a:t> </a:t>
            </a:r>
            <a:r>
              <a:rPr lang="en-GB" dirty="0" err="1"/>
              <a:t>dalle</a:t>
            </a:r>
            <a:r>
              <a:rPr lang="en-GB" dirty="0"/>
              <a:t> baseline con </a:t>
            </a:r>
            <a:r>
              <a:rPr lang="en-GB" dirty="0" err="1"/>
              <a:t>possibilità</a:t>
            </a:r>
            <a:r>
              <a:rPr lang="en-GB" dirty="0"/>
              <a:t> di </a:t>
            </a:r>
            <a:r>
              <a:rPr lang="en-GB" dirty="0" err="1"/>
              <a:t>esecuzione</a:t>
            </a:r>
            <a:r>
              <a:rPr lang="en-GB" dirty="0"/>
              <a:t> multithreading), con 100 </a:t>
            </a:r>
            <a:r>
              <a:rPr lang="en-GB" dirty="0" err="1"/>
              <a:t>alberi</a:t>
            </a:r>
            <a:r>
              <a:rPr lang="en-GB" dirty="0"/>
              <a:t> e 32 core ha </a:t>
            </a:r>
            <a:r>
              <a:rPr lang="en-GB" dirty="0" err="1"/>
              <a:t>confermato</a:t>
            </a:r>
            <a:r>
              <a:rPr lang="en-GB" dirty="0"/>
              <a:t> </a:t>
            </a:r>
            <a:r>
              <a:rPr lang="en-GB" dirty="0" err="1"/>
              <a:t>l'ottimo</a:t>
            </a:r>
            <a:r>
              <a:rPr lang="en-GB" dirty="0"/>
              <a:t> </a:t>
            </a:r>
            <a:r>
              <a:rPr lang="en-GB" dirty="0" err="1"/>
              <a:t>comportamento</a:t>
            </a:r>
            <a:r>
              <a:rPr lang="en-GB" dirty="0"/>
              <a:t> del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anche</a:t>
            </a:r>
            <a:r>
              <a:rPr lang="en-GB" dirty="0"/>
              <a:t> in regime di </a:t>
            </a:r>
            <a:r>
              <a:rPr lang="en-GB" dirty="0" err="1"/>
              <a:t>parallelismo</a:t>
            </a:r>
            <a:r>
              <a:rPr lang="en-GB" dirty="0"/>
              <a:t> multithread.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5BB726-C016-0282-FD98-60A42D418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497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F816-DE5B-A12D-3FCF-495D7089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C0E6E24-0D27-CED7-E6C4-C17558733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8D4C91-F612-05BC-0E67-9EBE64B0D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Uno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risultati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significativi</a:t>
            </a:r>
            <a:r>
              <a:rPr lang="en-GB" dirty="0"/>
              <a:t> della </a:t>
            </a:r>
            <a:r>
              <a:rPr lang="en-GB" dirty="0" err="1"/>
              <a:t>ricerca</a:t>
            </a:r>
            <a:r>
              <a:rPr lang="en-GB" dirty="0"/>
              <a:t> emerge dal </a:t>
            </a:r>
            <a:r>
              <a:rPr lang="en-GB" dirty="0" err="1"/>
              <a:t>confronto</a:t>
            </a:r>
            <a:r>
              <a:rPr lang="en-GB" dirty="0"/>
              <a:t> con la </a:t>
            </a:r>
            <a:r>
              <a:rPr lang="en-GB" dirty="0" err="1"/>
              <a:t>portabilità</a:t>
            </a:r>
            <a:r>
              <a:rPr lang="en-GB" dirty="0"/>
              <a:t> di VHT (</a:t>
            </a:r>
            <a:r>
              <a:rPr lang="en-GB" i="1" dirty="0"/>
              <a:t>Vertical </a:t>
            </a:r>
            <a:r>
              <a:rPr lang="en-GB" i="1" dirty="0" err="1"/>
              <a:t>Hoeffding</a:t>
            </a:r>
            <a:r>
              <a:rPr lang="en-GB" i="1" dirty="0"/>
              <a:t> Tree</a:t>
            </a:r>
            <a:r>
              <a:rPr lang="en-GB" dirty="0"/>
              <a:t>) </a:t>
            </a:r>
            <a:r>
              <a:rPr lang="en-GB" dirty="0" err="1"/>
              <a:t>effettuato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</a:t>
            </a:r>
            <a:r>
              <a:rPr lang="en-GB" dirty="0" err="1"/>
              <a:t>medesimo</a:t>
            </a:r>
            <a:r>
              <a:rPr lang="en-GB" dirty="0"/>
              <a:t> framework.</a:t>
            </a:r>
          </a:p>
          <a:p>
            <a:r>
              <a:rPr lang="en-GB" dirty="0"/>
              <a:t>VHT </a:t>
            </a:r>
            <a:r>
              <a:rPr lang="en-GB" dirty="0" err="1"/>
              <a:t>persegue</a:t>
            </a:r>
            <a:r>
              <a:rPr lang="en-GB" dirty="0"/>
              <a:t> un </a:t>
            </a:r>
            <a:r>
              <a:rPr lang="en-GB" dirty="0" err="1"/>
              <a:t>parallelismo</a:t>
            </a:r>
            <a:r>
              <a:rPr lang="en-GB" dirty="0"/>
              <a:t> di </a:t>
            </a:r>
            <a:r>
              <a:rPr lang="en-GB" dirty="0" err="1"/>
              <a:t>tipo</a:t>
            </a:r>
            <a:r>
              <a:rPr lang="en-GB" dirty="0"/>
              <a:t> </a:t>
            </a:r>
            <a:r>
              <a:rPr lang="en-GB" i="1" dirty="0" err="1"/>
              <a:t>verticale</a:t>
            </a:r>
            <a:r>
              <a:rPr lang="en-GB" dirty="0"/>
              <a:t>, </a:t>
            </a:r>
            <a:r>
              <a:rPr lang="en-GB" dirty="0" err="1"/>
              <a:t>frammentando</a:t>
            </a:r>
            <a:r>
              <a:rPr lang="en-GB" dirty="0"/>
              <a:t> il </a:t>
            </a:r>
            <a:r>
              <a:rPr lang="en-GB" dirty="0" err="1"/>
              <a:t>calcolo</a:t>
            </a:r>
            <a:r>
              <a:rPr lang="en-GB" dirty="0"/>
              <a:t> delle </a:t>
            </a:r>
            <a:r>
              <a:rPr lang="en-GB" dirty="0" err="1"/>
              <a:t>statistiche</a:t>
            </a:r>
            <a:r>
              <a:rPr lang="en-GB" dirty="0"/>
              <a:t> del </a:t>
            </a:r>
            <a:r>
              <a:rPr lang="en-GB" dirty="0" err="1"/>
              <a:t>singolo</a:t>
            </a:r>
            <a:r>
              <a:rPr lang="en-GB" dirty="0"/>
              <a:t> </a:t>
            </a:r>
            <a:r>
              <a:rPr lang="en-GB" dirty="0" err="1"/>
              <a:t>albero</a:t>
            </a:r>
            <a:r>
              <a:rPr lang="en-GB" dirty="0"/>
              <a:t>; la nostra </a:t>
            </a:r>
            <a:r>
              <a:rPr lang="en-GB" dirty="0" err="1"/>
              <a:t>proposta</a:t>
            </a:r>
            <a:r>
              <a:rPr lang="en-GB" dirty="0"/>
              <a:t>, al </a:t>
            </a:r>
            <a:r>
              <a:rPr lang="en-GB" dirty="0" err="1"/>
              <a:t>contrario</a:t>
            </a:r>
            <a:r>
              <a:rPr lang="en-GB" dirty="0"/>
              <a:t>, </a:t>
            </a:r>
            <a:r>
              <a:rPr lang="en-GB" dirty="0" err="1"/>
              <a:t>sfrutta</a:t>
            </a:r>
            <a:r>
              <a:rPr lang="en-GB" dirty="0"/>
              <a:t> un </a:t>
            </a:r>
            <a:r>
              <a:rPr lang="en-GB" dirty="0" err="1"/>
              <a:t>parallelismo</a:t>
            </a:r>
            <a:r>
              <a:rPr lang="en-GB" dirty="0"/>
              <a:t> </a:t>
            </a:r>
            <a:r>
              <a:rPr lang="en-GB" i="1" dirty="0" err="1"/>
              <a:t>orizzontale</a:t>
            </a:r>
            <a:r>
              <a:rPr lang="en-GB" dirty="0"/>
              <a:t> </a:t>
            </a:r>
            <a:r>
              <a:rPr lang="en-GB" dirty="0" err="1"/>
              <a:t>intrinseco</a:t>
            </a:r>
            <a:r>
              <a:rPr lang="en-GB" dirty="0"/>
              <a:t> </a:t>
            </a:r>
            <a:r>
              <a:rPr lang="en-GB" dirty="0" err="1"/>
              <a:t>agli</a:t>
            </a:r>
            <a:r>
              <a:rPr lang="en-GB" dirty="0"/>
              <a:t> ensemble. </a:t>
            </a:r>
          </a:p>
          <a:p>
            <a:r>
              <a:rPr lang="en-GB" dirty="0"/>
              <a:t>Come </a:t>
            </a:r>
            <a:r>
              <a:rPr lang="en-GB" dirty="0" err="1"/>
              <a:t>evidenziato</a:t>
            </a:r>
            <a:r>
              <a:rPr lang="en-GB" dirty="0"/>
              <a:t> </a:t>
            </a:r>
            <a:r>
              <a:rPr lang="en-GB" dirty="0" err="1"/>
              <a:t>dai</a:t>
            </a:r>
            <a:r>
              <a:rPr lang="en-GB" dirty="0"/>
              <a:t> </a:t>
            </a:r>
            <a:r>
              <a:rPr lang="en-GB" dirty="0" err="1"/>
              <a:t>grafici</a:t>
            </a:r>
            <a:r>
              <a:rPr lang="en-GB" dirty="0"/>
              <a:t>, lo speedup </a:t>
            </a:r>
            <a:r>
              <a:rPr lang="en-GB" dirty="0" err="1"/>
              <a:t>abilitato</a:t>
            </a:r>
            <a:r>
              <a:rPr lang="en-GB" dirty="0"/>
              <a:t> dal nostro </a:t>
            </a:r>
            <a:r>
              <a:rPr lang="en-GB" dirty="0" err="1"/>
              <a:t>approccio</a:t>
            </a:r>
            <a:r>
              <a:rPr lang="en-GB" dirty="0"/>
              <a:t> è </a:t>
            </a:r>
            <a:r>
              <a:rPr lang="en-GB" dirty="0" err="1"/>
              <a:t>nettamente</a:t>
            </a:r>
            <a:r>
              <a:rPr lang="en-GB" dirty="0"/>
              <a:t> </a:t>
            </a:r>
            <a:r>
              <a:rPr lang="en-GB" dirty="0" err="1"/>
              <a:t>superiore</a:t>
            </a:r>
            <a:r>
              <a:rPr lang="en-GB" dirty="0"/>
              <a:t> rispetto al </a:t>
            </a:r>
            <a:r>
              <a:rPr lang="en-GB" dirty="0" err="1"/>
              <a:t>guadagno</a:t>
            </a:r>
            <a:r>
              <a:rPr lang="en-GB" dirty="0"/>
              <a:t> </a:t>
            </a:r>
            <a:r>
              <a:rPr lang="en-GB" dirty="0" err="1"/>
              <a:t>limitato</a:t>
            </a:r>
            <a:r>
              <a:rPr lang="en-GB" dirty="0"/>
              <a:t> </a:t>
            </a:r>
            <a:r>
              <a:rPr lang="en-GB" dirty="0" err="1"/>
              <a:t>offerto</a:t>
            </a:r>
            <a:r>
              <a:rPr lang="en-GB" dirty="0"/>
              <a:t> da VHT in Renoir.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posiziona</a:t>
            </a:r>
            <a:r>
              <a:rPr lang="en-GB" dirty="0"/>
              <a:t> </a:t>
            </a:r>
            <a:r>
              <a:rPr lang="en-GB" dirty="0" err="1"/>
              <a:t>l'architettura</a:t>
            </a:r>
            <a:r>
              <a:rPr lang="en-GB" dirty="0"/>
              <a:t> da </a:t>
            </a:r>
            <a:r>
              <a:rPr lang="en-GB" dirty="0" err="1"/>
              <a:t>noi</a:t>
            </a:r>
            <a:r>
              <a:rPr lang="en-GB" dirty="0"/>
              <a:t> </a:t>
            </a:r>
            <a:r>
              <a:rPr lang="en-GB" dirty="0" err="1"/>
              <a:t>proposta</a:t>
            </a:r>
            <a:r>
              <a:rPr lang="en-GB" dirty="0"/>
              <a:t> come un </a:t>
            </a:r>
            <a:r>
              <a:rPr lang="en-GB" dirty="0" err="1"/>
              <a:t>contributo</a:t>
            </a:r>
            <a:r>
              <a:rPr lang="en-GB" dirty="0"/>
              <a:t> di forte </a:t>
            </a:r>
            <a:r>
              <a:rPr lang="en-GB" dirty="0" err="1"/>
              <a:t>impatto</a:t>
            </a:r>
            <a:r>
              <a:rPr lang="en-GB" dirty="0"/>
              <a:t> </a:t>
            </a:r>
            <a:r>
              <a:rPr lang="en-GB" dirty="0" err="1"/>
              <a:t>nello</a:t>
            </a:r>
            <a:r>
              <a:rPr lang="en-GB" dirty="0"/>
              <a:t> streaming ML </a:t>
            </a:r>
            <a:r>
              <a:rPr lang="en-GB" dirty="0" err="1"/>
              <a:t>distribuito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305C1E-7DCB-839D-B911-8F98CE3D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71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D15A-D728-5EAF-F1B9-AEACA90E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32A3F8-C793-AD83-3817-F898DC5F9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D39AB43-6946-5A4E-42FD-2DA6B159D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Per </a:t>
            </a:r>
            <a:r>
              <a:rPr lang="en-GB" dirty="0" err="1"/>
              <a:t>validare</a:t>
            </a:r>
            <a:r>
              <a:rPr lang="en-GB" dirty="0"/>
              <a:t> le performance in uno scenario </a:t>
            </a:r>
            <a:r>
              <a:rPr lang="en-GB" dirty="0" err="1"/>
              <a:t>reale</a:t>
            </a:r>
            <a:r>
              <a:rPr lang="en-GB" dirty="0"/>
              <a:t>,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eseguito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test in un </a:t>
            </a:r>
            <a:r>
              <a:rPr lang="en-GB" dirty="0" err="1"/>
              <a:t>ambiente</a:t>
            </a:r>
            <a:r>
              <a:rPr lang="en-GB" dirty="0"/>
              <a:t> multi-host </a:t>
            </a:r>
            <a:r>
              <a:rPr lang="en-GB" dirty="0" err="1"/>
              <a:t>distribuito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rete. </a:t>
            </a:r>
          </a:p>
          <a:p>
            <a:r>
              <a:rPr lang="en-GB" dirty="0"/>
              <a:t>I </a:t>
            </a:r>
            <a:r>
              <a:rPr lang="en-GB" dirty="0" err="1"/>
              <a:t>grafici</a:t>
            </a:r>
            <a:r>
              <a:rPr lang="en-GB" dirty="0"/>
              <a:t> </a:t>
            </a:r>
            <a:r>
              <a:rPr lang="en-GB" dirty="0" err="1"/>
              <a:t>mostrano</a:t>
            </a:r>
            <a:r>
              <a:rPr lang="en-GB" dirty="0"/>
              <a:t> come lo speedup, </a:t>
            </a:r>
            <a:r>
              <a:rPr lang="en-GB" dirty="0" err="1"/>
              <a:t>considerati</a:t>
            </a:r>
            <a:r>
              <a:rPr lang="en-GB" dirty="0"/>
              <a:t> </a:t>
            </a:r>
            <a:r>
              <a:rPr lang="en-GB" dirty="0" err="1"/>
              <a:t>anche</a:t>
            </a:r>
            <a:r>
              <a:rPr lang="en-GB" dirty="0"/>
              <a:t> </a:t>
            </a:r>
            <a:r>
              <a:rPr lang="en-GB" dirty="0" err="1"/>
              <a:t>gli</a:t>
            </a:r>
            <a:r>
              <a:rPr lang="en-GB" dirty="0"/>
              <a:t> overhead di </a:t>
            </a:r>
            <a:r>
              <a:rPr lang="en-GB" dirty="0" err="1"/>
              <a:t>comunicazione</a:t>
            </a:r>
            <a:r>
              <a:rPr lang="en-GB" dirty="0"/>
              <a:t>, </a:t>
            </a:r>
            <a:r>
              <a:rPr lang="en-GB" dirty="0" err="1"/>
              <a:t>rimane</a:t>
            </a:r>
            <a:r>
              <a:rPr lang="en-GB" dirty="0"/>
              <a:t> </a:t>
            </a:r>
            <a:r>
              <a:rPr lang="en-GB" dirty="0" err="1"/>
              <a:t>estremamente</a:t>
            </a:r>
            <a:r>
              <a:rPr lang="en-GB" dirty="0"/>
              <a:t> </a:t>
            </a:r>
            <a:r>
              <a:rPr lang="en-GB" dirty="0" err="1"/>
              <a:t>positivo</a:t>
            </a:r>
            <a:r>
              <a:rPr lang="en-GB" dirty="0"/>
              <a:t>, </a:t>
            </a:r>
            <a:r>
              <a:rPr lang="en-GB" dirty="0" err="1"/>
              <a:t>quindi</a:t>
            </a:r>
            <a:r>
              <a:rPr lang="en-GB" dirty="0"/>
              <a:t> con overhead </a:t>
            </a:r>
            <a:r>
              <a:rPr lang="en-GB" dirty="0" err="1"/>
              <a:t>contenuti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In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contesto</a:t>
            </a:r>
            <a:r>
              <a:rPr lang="en-GB" dirty="0"/>
              <a:t>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osservato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correlazione</a:t>
            </a:r>
            <a:r>
              <a:rPr lang="en-GB" dirty="0"/>
              <a:t> </a:t>
            </a:r>
            <a:r>
              <a:rPr lang="en-GB" dirty="0" err="1"/>
              <a:t>inversa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lo speedup rispetto </a:t>
            </a:r>
            <a:r>
              <a:rPr lang="en-GB" dirty="0" err="1"/>
              <a:t>all’esecuzione</a:t>
            </a:r>
            <a:r>
              <a:rPr lang="en-GB" dirty="0"/>
              <a:t> locale e il </a:t>
            </a:r>
            <a:r>
              <a:rPr lang="en-GB" dirty="0" err="1"/>
              <a:t>numero</a:t>
            </a:r>
            <a:r>
              <a:rPr lang="en-GB" dirty="0"/>
              <a:t> di feature: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dimensionalità</a:t>
            </a:r>
            <a:r>
              <a:rPr lang="en-GB" dirty="0"/>
              <a:t> </a:t>
            </a:r>
            <a:r>
              <a:rPr lang="en-GB" dirty="0" err="1"/>
              <a:t>molto</a:t>
            </a:r>
            <a:r>
              <a:rPr lang="en-GB" dirty="0"/>
              <a:t> </a:t>
            </a:r>
            <a:r>
              <a:rPr lang="en-GB" dirty="0" err="1"/>
              <a:t>elevata</a:t>
            </a:r>
            <a:r>
              <a:rPr lang="en-GB" dirty="0"/>
              <a:t> introduce, </a:t>
            </a:r>
            <a:r>
              <a:rPr lang="en-GB" dirty="0" err="1"/>
              <a:t>inevitabilmente</a:t>
            </a:r>
            <a:r>
              <a:rPr lang="en-GB" dirty="0"/>
              <a:t>, un overhead </a:t>
            </a:r>
            <a:r>
              <a:rPr lang="en-GB" dirty="0" err="1"/>
              <a:t>superiore</a:t>
            </a:r>
            <a:r>
              <a:rPr lang="en-GB" dirty="0"/>
              <a:t> in </a:t>
            </a:r>
            <a:r>
              <a:rPr lang="en-GB" dirty="0" err="1"/>
              <a:t>fase</a:t>
            </a:r>
            <a:r>
              <a:rPr lang="en-GB" dirty="0"/>
              <a:t> di </a:t>
            </a:r>
            <a:r>
              <a:rPr lang="en-GB" dirty="0" err="1"/>
              <a:t>serializzazione</a:t>
            </a:r>
            <a:r>
              <a:rPr lang="en-GB" dirty="0"/>
              <a:t> e </a:t>
            </a:r>
            <a:r>
              <a:rPr lang="en-GB" dirty="0" err="1"/>
              <a:t>trasmissione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dati</a:t>
            </a:r>
            <a:r>
              <a:rPr lang="en-GB" dirty="0"/>
              <a:t> </a:t>
            </a:r>
            <a:r>
              <a:rPr lang="en-GB" dirty="0" err="1"/>
              <a:t>sulla</a:t>
            </a:r>
            <a:r>
              <a:rPr lang="en-GB" dirty="0"/>
              <a:t> rete.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1E1028-F947-E615-FB7E-3417D00AA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9279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A98A-4065-E59D-0F1B-A306300D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5CBC7B-6FF3-9B82-241A-890EEBDD7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A7761A1-0024-4B87-97B9-83389BD34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Rimanendo</a:t>
            </a:r>
            <a:r>
              <a:rPr lang="en-GB" dirty="0"/>
              <a:t> in </a:t>
            </a:r>
            <a:r>
              <a:rPr lang="en-GB" dirty="0" err="1"/>
              <a:t>ambito</a:t>
            </a:r>
            <a:r>
              <a:rPr lang="en-GB" dirty="0"/>
              <a:t> </a:t>
            </a:r>
            <a:r>
              <a:rPr lang="en-GB" dirty="0" err="1"/>
              <a:t>distribuito</a:t>
            </a:r>
            <a:r>
              <a:rPr lang="en-GB" dirty="0"/>
              <a:t>,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condotto</a:t>
            </a:r>
            <a:r>
              <a:rPr lang="en-GB" dirty="0"/>
              <a:t> </a:t>
            </a:r>
            <a:r>
              <a:rPr lang="en-GB" dirty="0" err="1"/>
              <a:t>un'analisi</a:t>
            </a:r>
            <a:r>
              <a:rPr lang="en-GB" dirty="0"/>
              <a:t> di </a:t>
            </a:r>
            <a:r>
              <a:rPr lang="en-GB" dirty="0" err="1"/>
              <a:t>scalabilità</a:t>
            </a:r>
            <a:r>
              <a:rPr lang="en-GB" dirty="0"/>
              <a:t> </a:t>
            </a:r>
            <a:r>
              <a:rPr lang="en-GB" dirty="0" err="1"/>
              <a:t>misurando</a:t>
            </a:r>
            <a:r>
              <a:rPr lang="en-GB" dirty="0"/>
              <a:t> </a:t>
            </a:r>
            <a:r>
              <a:rPr lang="en-GB" dirty="0" err="1"/>
              <a:t>l'efficienza</a:t>
            </a:r>
            <a:r>
              <a:rPr lang="en-GB" dirty="0"/>
              <a:t> al </a:t>
            </a:r>
            <a:r>
              <a:rPr lang="en-GB" dirty="0" err="1"/>
              <a:t>variare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core. </a:t>
            </a:r>
            <a:br>
              <a:rPr lang="en-GB" dirty="0"/>
            </a:br>
            <a:r>
              <a:rPr lang="en-GB" dirty="0"/>
              <a:t>Grazie alla natura </a:t>
            </a:r>
            <a:r>
              <a:rPr lang="en-GB" dirty="0" err="1"/>
              <a:t>intrinsecamente</a:t>
            </a:r>
            <a:r>
              <a:rPr lang="en-GB" dirty="0"/>
              <a:t> </a:t>
            </a:r>
            <a:r>
              <a:rPr lang="en-GB" dirty="0" err="1"/>
              <a:t>parallelizzabile</a:t>
            </a:r>
            <a:r>
              <a:rPr lang="en-GB" dirty="0"/>
              <a:t> degli ensemble,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risultati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attestano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buoni</a:t>
            </a:r>
            <a:r>
              <a:rPr lang="en-GB" dirty="0"/>
              <a:t> </a:t>
            </a:r>
            <a:r>
              <a:rPr lang="en-GB" dirty="0" err="1"/>
              <a:t>livelli</a:t>
            </a:r>
            <a:r>
              <a:rPr lang="en-GB" dirty="0"/>
              <a:t>, </a:t>
            </a:r>
            <a:r>
              <a:rPr lang="en-GB" dirty="0" err="1"/>
              <a:t>superando</a:t>
            </a:r>
            <a:r>
              <a:rPr lang="en-GB" dirty="0"/>
              <a:t> il 50% di </a:t>
            </a:r>
            <a:r>
              <a:rPr lang="en-GB" dirty="0" err="1"/>
              <a:t>efficienza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SRP e ARF. </a:t>
            </a:r>
            <a:br>
              <a:rPr lang="en-GB" dirty="0"/>
            </a:br>
            <a:r>
              <a:rPr lang="en-GB" dirty="0" err="1"/>
              <a:t>Esaminiamo</a:t>
            </a:r>
            <a:r>
              <a:rPr lang="en-GB" dirty="0"/>
              <a:t> due </a:t>
            </a:r>
            <a:r>
              <a:rPr lang="en-GB" dirty="0" err="1"/>
              <a:t>casi</a:t>
            </a:r>
            <a:r>
              <a:rPr lang="en-GB" dirty="0"/>
              <a:t> di studio </a:t>
            </a:r>
            <a:r>
              <a:rPr lang="en-GB" dirty="0" err="1"/>
              <a:t>particolari</a:t>
            </a:r>
            <a:r>
              <a:rPr lang="en-GB" dirty="0"/>
              <a:t>: </a:t>
            </a:r>
            <a:r>
              <a:rPr lang="en-GB" dirty="0" err="1"/>
              <a:t>nel</a:t>
            </a:r>
            <a:r>
              <a:rPr lang="en-GB" dirty="0"/>
              <a:t> primo </a:t>
            </a:r>
            <a:r>
              <a:rPr lang="en-GB" dirty="0" err="1"/>
              <a:t>grafico</a:t>
            </a:r>
            <a:r>
              <a:rPr lang="en-GB" dirty="0"/>
              <a:t> lo speedup </a:t>
            </a:r>
            <a:r>
              <a:rPr lang="en-GB" dirty="0" err="1"/>
              <a:t>mostra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crescita</a:t>
            </a:r>
            <a:r>
              <a:rPr lang="en-GB" dirty="0"/>
              <a:t> </a:t>
            </a:r>
            <a:r>
              <a:rPr lang="en-GB" dirty="0" err="1"/>
              <a:t>eccellente</a:t>
            </a:r>
            <a:r>
              <a:rPr lang="en-GB" dirty="0"/>
              <a:t>, </a:t>
            </a:r>
            <a:r>
              <a:rPr lang="en-GB" dirty="0" err="1"/>
              <a:t>mitigata</a:t>
            </a:r>
            <a:r>
              <a:rPr lang="en-GB" dirty="0"/>
              <a:t> solo </a:t>
            </a:r>
            <a:r>
              <a:rPr lang="en-GB" dirty="0" err="1"/>
              <a:t>dall'intervento</a:t>
            </a:r>
            <a:r>
              <a:rPr lang="en-GB" dirty="0"/>
              <a:t> del </a:t>
            </a:r>
            <a:r>
              <a:rPr lang="en-GB" i="1" dirty="0"/>
              <a:t>Simultaneous Multi-Threading</a:t>
            </a:r>
            <a:r>
              <a:rPr lang="en-GB" dirty="0"/>
              <a:t> (SMT) </a:t>
            </a:r>
            <a:r>
              <a:rPr lang="en-GB" dirty="0" err="1"/>
              <a:t>nel</a:t>
            </a:r>
            <a:r>
              <a:rPr lang="en-GB" dirty="0"/>
              <a:t> passaggio da 16 a 32 core. Nel secondo, </a:t>
            </a:r>
            <a:r>
              <a:rPr lang="en-GB" dirty="0" err="1"/>
              <a:t>invece</a:t>
            </a:r>
            <a:r>
              <a:rPr lang="en-GB" dirty="0"/>
              <a:t>, il throughput </a:t>
            </a:r>
            <a:r>
              <a:rPr lang="en-GB" dirty="0" err="1"/>
              <a:t>raggiunge</a:t>
            </a:r>
            <a:r>
              <a:rPr lang="en-GB" dirty="0"/>
              <a:t> un plateau a 16 core con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bassa</a:t>
            </a:r>
            <a:r>
              <a:rPr lang="en-GB" dirty="0"/>
              <a:t> </a:t>
            </a:r>
            <a:r>
              <a:rPr lang="en-GB" dirty="0" err="1"/>
              <a:t>efficienza</a:t>
            </a:r>
            <a:r>
              <a:rPr lang="en-GB" dirty="0"/>
              <a:t> </a:t>
            </a:r>
            <a:r>
              <a:rPr lang="en-GB" dirty="0" err="1"/>
              <a:t>complessiva</a:t>
            </a:r>
            <a:r>
              <a:rPr lang="en-GB" dirty="0"/>
              <a:t>. </a:t>
            </a:r>
            <a:r>
              <a:rPr lang="en-GB" dirty="0" err="1"/>
              <a:t>L'analisi</a:t>
            </a:r>
            <a:r>
              <a:rPr lang="en-GB" dirty="0"/>
              <a:t> ha </a:t>
            </a:r>
            <a:r>
              <a:rPr lang="en-GB" dirty="0" err="1"/>
              <a:t>evidenziato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la causa </a:t>
            </a:r>
            <a:r>
              <a:rPr lang="en-GB" dirty="0" err="1"/>
              <a:t>risiede</a:t>
            </a:r>
            <a:r>
              <a:rPr lang="en-GB" dirty="0"/>
              <a:t> </a:t>
            </a:r>
            <a:r>
              <a:rPr lang="en-GB" dirty="0" err="1"/>
              <a:t>nell'altissima</a:t>
            </a:r>
            <a:r>
              <a:rPr lang="en-GB" dirty="0"/>
              <a:t> </a:t>
            </a:r>
            <a:r>
              <a:rPr lang="en-GB" dirty="0" err="1"/>
              <a:t>dimensionalità</a:t>
            </a:r>
            <a:r>
              <a:rPr lang="en-GB" dirty="0"/>
              <a:t> del dataset, il cui </a:t>
            </a:r>
            <a:r>
              <a:rPr lang="en-GB" dirty="0" err="1"/>
              <a:t>utilizzo</a:t>
            </a:r>
            <a:r>
              <a:rPr lang="en-GB" dirty="0"/>
              <a:t> di memoria </a:t>
            </a:r>
            <a:r>
              <a:rPr lang="en-GB" dirty="0" err="1"/>
              <a:t>satura</a:t>
            </a:r>
            <a:r>
              <a:rPr lang="en-GB" dirty="0"/>
              <a:t> la </a:t>
            </a:r>
            <a:r>
              <a:rPr lang="en-GB" dirty="0" err="1"/>
              <a:t>banda</a:t>
            </a:r>
            <a:r>
              <a:rPr lang="en-GB" dirty="0"/>
              <a:t> o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canali</a:t>
            </a:r>
            <a:r>
              <a:rPr lang="en-GB" dirty="0"/>
              <a:t> di cache, </a:t>
            </a:r>
            <a:r>
              <a:rPr lang="en-GB" dirty="0" err="1"/>
              <a:t>configurando</a:t>
            </a:r>
            <a:r>
              <a:rPr lang="en-GB" dirty="0"/>
              <a:t> un </a:t>
            </a:r>
            <a:r>
              <a:rPr lang="en-GB" dirty="0" err="1"/>
              <a:t>evidente</a:t>
            </a:r>
            <a:r>
              <a:rPr lang="en-GB" dirty="0"/>
              <a:t> bottleneck di memoria.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F3D198-4ECE-5CB7-4044-A1B27DF66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320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C07B-3291-52E9-02A4-8EFE651C4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EDF1EA-A370-280F-BC83-7487E5B6D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C578DC-08EA-4B0F-F72E-8913ACE91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Il </a:t>
            </a:r>
            <a:r>
              <a:rPr lang="en-GB" dirty="0" err="1"/>
              <a:t>lavoro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conclude con uno studio </a:t>
            </a:r>
            <a:r>
              <a:rPr lang="en-GB" dirty="0" err="1"/>
              <a:t>sull'impatto</a:t>
            </a:r>
            <a:r>
              <a:rPr lang="en-GB" dirty="0"/>
              <a:t> degli </a:t>
            </a:r>
            <a:r>
              <a:rPr lang="en-GB" dirty="0" err="1"/>
              <a:t>iperparametri</a:t>
            </a:r>
            <a:r>
              <a:rPr lang="en-GB" dirty="0"/>
              <a:t> </a:t>
            </a:r>
            <a:r>
              <a:rPr lang="en-GB" dirty="0" err="1"/>
              <a:t>negli</a:t>
            </a:r>
            <a:r>
              <a:rPr lang="en-GB" dirty="0"/>
              <a:t> </a:t>
            </a:r>
            <a:r>
              <a:rPr lang="en-GB" dirty="0" err="1"/>
              <a:t>algoritmi</a:t>
            </a:r>
            <a:r>
              <a:rPr lang="en-GB" dirty="0"/>
              <a:t> </a:t>
            </a:r>
            <a:r>
              <a:rPr lang="en-GB" dirty="0" err="1"/>
              <a:t>basati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Hoeffding</a:t>
            </a:r>
            <a:r>
              <a:rPr lang="en-GB" dirty="0"/>
              <a:t> Tree, </a:t>
            </a:r>
            <a:r>
              <a:rPr lang="en-GB" dirty="0" err="1"/>
              <a:t>volto</a:t>
            </a:r>
            <a:r>
              <a:rPr lang="en-GB" dirty="0"/>
              <a:t> a </a:t>
            </a:r>
            <a:r>
              <a:rPr lang="en-GB" dirty="0" err="1"/>
              <a:t>mappare</a:t>
            </a:r>
            <a:r>
              <a:rPr lang="en-GB" dirty="0"/>
              <a:t> le </a:t>
            </a:r>
            <a:r>
              <a:rPr lang="en-GB" dirty="0" err="1"/>
              <a:t>migliori</a:t>
            </a:r>
            <a:r>
              <a:rPr lang="en-GB" dirty="0"/>
              <a:t> </a:t>
            </a:r>
            <a:r>
              <a:rPr lang="en-GB" dirty="0" err="1"/>
              <a:t>configurazioni</a:t>
            </a:r>
            <a:r>
              <a:rPr lang="en-GB" dirty="0"/>
              <a:t> operative. </a:t>
            </a:r>
            <a:br>
              <a:rPr lang="en-GB" dirty="0"/>
            </a:b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campionato</a:t>
            </a:r>
            <a:r>
              <a:rPr lang="en-GB" dirty="0"/>
              <a:t> lo </a:t>
            </a:r>
            <a:r>
              <a:rPr lang="en-GB" dirty="0" err="1"/>
              <a:t>spazio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parametri</a:t>
            </a:r>
            <a:r>
              <a:rPr lang="en-GB" dirty="0"/>
              <a:t> </a:t>
            </a:r>
            <a:r>
              <a:rPr lang="en-GB" dirty="0" err="1"/>
              <a:t>variando</a:t>
            </a:r>
            <a:r>
              <a:rPr lang="en-GB" dirty="0"/>
              <a:t> il </a:t>
            </a:r>
            <a:r>
              <a:rPr lang="en-GB" dirty="0" err="1"/>
              <a:t>numero</a:t>
            </a:r>
            <a:r>
              <a:rPr lang="en-GB" dirty="0"/>
              <a:t> di </a:t>
            </a:r>
            <a:r>
              <a:rPr lang="en-GB" dirty="0" err="1"/>
              <a:t>alberi</a:t>
            </a:r>
            <a:r>
              <a:rPr lang="en-GB" dirty="0"/>
              <a:t>, la </a:t>
            </a:r>
            <a:r>
              <a:rPr lang="en-GB" dirty="0" err="1"/>
              <a:t>dimensione</a:t>
            </a:r>
            <a:r>
              <a:rPr lang="en-GB" dirty="0"/>
              <a:t> delle patch di feature e il </a:t>
            </a:r>
            <a:r>
              <a:rPr lang="en-GB" dirty="0" err="1"/>
              <a:t>parametro</a:t>
            </a:r>
            <a:r>
              <a:rPr lang="en-GB" dirty="0"/>
              <a:t>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en-GB" dirty="0"/>
              <a:t> del Poisson bagging. </a:t>
            </a:r>
            <a:br>
              <a:rPr lang="en-GB" dirty="0"/>
            </a:br>
            <a:r>
              <a:rPr lang="en-GB" dirty="0"/>
              <a:t>Per la </a:t>
            </a:r>
            <a:r>
              <a:rPr lang="en-GB" dirty="0" err="1"/>
              <a:t>valutazione</a:t>
            </a:r>
            <a:r>
              <a:rPr lang="en-GB" dirty="0"/>
              <a:t> </a:t>
            </a:r>
            <a:r>
              <a:rPr lang="en-GB" dirty="0" err="1"/>
              <a:t>abbiamo</a:t>
            </a:r>
            <a:r>
              <a:rPr lang="en-GB" dirty="0"/>
              <a:t> </a:t>
            </a:r>
            <a:r>
              <a:rPr lang="en-GB" dirty="0" err="1"/>
              <a:t>definito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metrica</a:t>
            </a:r>
            <a:r>
              <a:rPr lang="en-GB" dirty="0"/>
              <a:t> di score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pesa</a:t>
            </a:r>
            <a:r>
              <a:rPr lang="en-GB" dirty="0"/>
              <a:t> </a:t>
            </a:r>
            <a:r>
              <a:rPr lang="en-GB" dirty="0" err="1"/>
              <a:t>l'accuratezza</a:t>
            </a:r>
            <a:r>
              <a:rPr lang="en-GB" dirty="0"/>
              <a:t> al 75% e il throughput al 25%. </a:t>
            </a:r>
            <a:br>
              <a:rPr lang="en-GB" dirty="0"/>
            </a:br>
            <a:r>
              <a:rPr lang="en-GB" dirty="0" err="1"/>
              <a:t>L'analisi</a:t>
            </a:r>
            <a:r>
              <a:rPr lang="en-GB" dirty="0"/>
              <a:t> </a:t>
            </a:r>
            <a:r>
              <a:rPr lang="en-GB" dirty="0" err="1"/>
              <a:t>mostra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l'aumento</a:t>
            </a:r>
            <a:r>
              <a:rPr lang="en-GB" dirty="0"/>
              <a:t> </a:t>
            </a:r>
            <a:r>
              <a:rPr lang="en-GB" dirty="0" err="1"/>
              <a:t>indiscriminato</a:t>
            </a:r>
            <a:r>
              <a:rPr lang="en-GB" dirty="0"/>
              <a:t> degli </a:t>
            </a:r>
            <a:r>
              <a:rPr lang="en-GB" dirty="0" err="1"/>
              <a:t>alberi</a:t>
            </a:r>
            <a:r>
              <a:rPr lang="en-GB" dirty="0"/>
              <a:t> non </a:t>
            </a:r>
            <a:r>
              <a:rPr lang="en-GB" dirty="0" err="1"/>
              <a:t>rappresenta</a:t>
            </a:r>
            <a:r>
              <a:rPr lang="en-GB" dirty="0"/>
              <a:t> la </a:t>
            </a:r>
            <a:r>
              <a:rPr lang="en-GB" dirty="0" err="1"/>
              <a:t>scelta</a:t>
            </a:r>
            <a:r>
              <a:rPr lang="en-GB" dirty="0"/>
              <a:t> </a:t>
            </a:r>
            <a:r>
              <a:rPr lang="en-GB" dirty="0" err="1"/>
              <a:t>ottimale</a:t>
            </a:r>
            <a:r>
              <a:rPr lang="en-GB" dirty="0"/>
              <a:t> per </a:t>
            </a:r>
            <a:r>
              <a:rPr lang="en-GB" dirty="0" err="1"/>
              <a:t>massimizzare</a:t>
            </a:r>
            <a:r>
              <a:rPr lang="en-GB" dirty="0"/>
              <a:t> il trade-off. </a:t>
            </a:r>
            <a:r>
              <a:rPr lang="en-GB" dirty="0" err="1"/>
              <a:t>Spesso</a:t>
            </a:r>
            <a:r>
              <a:rPr lang="en-GB" dirty="0"/>
              <a:t> le </a:t>
            </a:r>
            <a:r>
              <a:rPr lang="en-GB" dirty="0" err="1"/>
              <a:t>configurazioni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efficienti</a:t>
            </a:r>
            <a:r>
              <a:rPr lang="en-GB" dirty="0"/>
              <a:t> </a:t>
            </a:r>
            <a:r>
              <a:rPr lang="en-GB" dirty="0" err="1"/>
              <a:t>sono</a:t>
            </a:r>
            <a:r>
              <a:rPr lang="en-GB" dirty="0"/>
              <a:t> quelle a minor </a:t>
            </a:r>
            <a:r>
              <a:rPr lang="en-GB" dirty="0" err="1"/>
              <a:t>carico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, </a:t>
            </a:r>
            <a:r>
              <a:rPr lang="en-GB" dirty="0" err="1"/>
              <a:t>poiché</a:t>
            </a:r>
            <a:r>
              <a:rPr lang="en-GB" dirty="0"/>
              <a:t> il marginale </a:t>
            </a:r>
            <a:r>
              <a:rPr lang="en-GB" dirty="0" err="1"/>
              <a:t>incremento</a:t>
            </a:r>
            <a:r>
              <a:rPr lang="en-GB" dirty="0"/>
              <a:t> di </a:t>
            </a:r>
            <a:r>
              <a:rPr lang="en-GB" dirty="0" err="1"/>
              <a:t>accuratezza</a:t>
            </a:r>
            <a:r>
              <a:rPr lang="en-GB" dirty="0"/>
              <a:t> non </a:t>
            </a:r>
            <a:r>
              <a:rPr lang="en-GB" dirty="0" err="1"/>
              <a:t>compensa</a:t>
            </a:r>
            <a:r>
              <a:rPr lang="en-GB" dirty="0"/>
              <a:t> la </a:t>
            </a:r>
            <a:r>
              <a:rPr lang="en-GB" dirty="0" err="1"/>
              <a:t>perdita</a:t>
            </a:r>
            <a:r>
              <a:rPr lang="en-GB" dirty="0"/>
              <a:t> in termini di throughput. </a:t>
            </a:r>
            <a:r>
              <a:rPr lang="en-GB" dirty="0" err="1"/>
              <a:t>Spetta</a:t>
            </a:r>
            <a:r>
              <a:rPr lang="en-GB" dirty="0"/>
              <a:t> </a:t>
            </a:r>
            <a:r>
              <a:rPr lang="en-GB" dirty="0" err="1"/>
              <a:t>naturalmente</a:t>
            </a:r>
            <a:r>
              <a:rPr lang="en-GB" dirty="0"/>
              <a:t> </a:t>
            </a:r>
            <a:r>
              <a:rPr lang="en-GB" dirty="0" err="1"/>
              <a:t>all'applicazione</a:t>
            </a:r>
            <a:r>
              <a:rPr lang="en-GB" dirty="0"/>
              <a:t> finale </a:t>
            </a:r>
            <a:r>
              <a:rPr lang="en-GB" dirty="0" err="1"/>
              <a:t>calibrare</a:t>
            </a:r>
            <a:r>
              <a:rPr lang="en-GB" dirty="0"/>
              <a:t>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bilanciamento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comportamento</a:t>
            </a:r>
            <a:r>
              <a:rPr lang="en-GB" dirty="0"/>
              <a:t> ha </a:t>
            </a:r>
            <a:r>
              <a:rPr lang="en-GB" dirty="0" err="1"/>
              <a:t>sollevato</a:t>
            </a:r>
            <a:r>
              <a:rPr lang="en-GB" dirty="0"/>
              <a:t> un </a:t>
            </a:r>
            <a:r>
              <a:rPr lang="en-GB" dirty="0" err="1"/>
              <a:t>quesito</a:t>
            </a:r>
            <a:r>
              <a:rPr lang="en-GB" dirty="0"/>
              <a:t> </a:t>
            </a:r>
            <a:r>
              <a:rPr lang="en-GB" dirty="0" err="1"/>
              <a:t>interessante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come </a:t>
            </a:r>
            <a:r>
              <a:rPr lang="en-GB" dirty="0" err="1"/>
              <a:t>impiegare</a:t>
            </a:r>
            <a:r>
              <a:rPr lang="en-GB" dirty="0"/>
              <a:t> </a:t>
            </a:r>
            <a:r>
              <a:rPr lang="en-GB" dirty="0" err="1"/>
              <a:t>proficuamente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core </a:t>
            </a:r>
            <a:r>
              <a:rPr lang="en-GB" dirty="0" err="1"/>
              <a:t>computazionali</a:t>
            </a:r>
            <a:r>
              <a:rPr lang="en-GB" dirty="0"/>
              <a:t> </a:t>
            </a:r>
            <a:r>
              <a:rPr lang="en-GB" dirty="0" err="1"/>
              <a:t>eccedenti</a:t>
            </a:r>
            <a:r>
              <a:rPr lang="en-GB" dirty="0"/>
              <a:t> </a:t>
            </a:r>
            <a:r>
              <a:rPr lang="en-GB" dirty="0" err="1"/>
              <a:t>qualora</a:t>
            </a:r>
            <a:r>
              <a:rPr lang="en-GB" dirty="0"/>
              <a:t> </a:t>
            </a:r>
            <a:r>
              <a:rPr lang="en-GB" dirty="0" err="1"/>
              <a:t>l'ensemble</a:t>
            </a:r>
            <a:r>
              <a:rPr lang="en-GB" dirty="0"/>
              <a:t> </a:t>
            </a:r>
            <a:r>
              <a:rPr lang="en-GB" dirty="0" err="1"/>
              <a:t>richieda</a:t>
            </a:r>
            <a:r>
              <a:rPr lang="en-GB" dirty="0"/>
              <a:t> </a:t>
            </a:r>
            <a:r>
              <a:rPr lang="en-GB" dirty="0" err="1"/>
              <a:t>pochi</a:t>
            </a:r>
            <a:r>
              <a:rPr lang="en-GB" dirty="0"/>
              <a:t> </a:t>
            </a:r>
            <a:r>
              <a:rPr lang="en-GB" dirty="0" err="1"/>
              <a:t>alberi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424386-B2C7-F315-5868-3FDEB69EA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103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955F-A41D-27F0-322B-D7EE2F76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7145899-F736-607D-BA49-C4B18A471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E4578F-CA2E-A4B0-1E48-84F10A866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</a:t>
            </a:r>
            <a:r>
              <a:rPr lang="en-GB" dirty="0" err="1"/>
              <a:t>risposte</a:t>
            </a:r>
            <a:r>
              <a:rPr lang="en-GB" dirty="0"/>
              <a:t> a tale </a:t>
            </a:r>
            <a:r>
              <a:rPr lang="en-GB" dirty="0" err="1"/>
              <a:t>quesito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riflettono</a:t>
            </a:r>
            <a:r>
              <a:rPr lang="en-GB" dirty="0"/>
              <a:t> </a:t>
            </a:r>
            <a:r>
              <a:rPr lang="en-GB" dirty="0" err="1"/>
              <a:t>nelle</a:t>
            </a:r>
            <a:r>
              <a:rPr lang="en-GB" dirty="0"/>
              <a:t> </a:t>
            </a:r>
            <a:r>
              <a:rPr lang="en-GB" dirty="0" err="1"/>
              <a:t>nostre</a:t>
            </a:r>
            <a:r>
              <a:rPr lang="en-GB" dirty="0"/>
              <a:t> </a:t>
            </a:r>
            <a:r>
              <a:rPr lang="en-GB" dirty="0" err="1"/>
              <a:t>proposte</a:t>
            </a:r>
            <a:r>
              <a:rPr lang="en-GB" dirty="0"/>
              <a:t> di </a:t>
            </a:r>
            <a:r>
              <a:rPr lang="en-GB" dirty="0" err="1"/>
              <a:t>sviluppo</a:t>
            </a:r>
            <a:r>
              <a:rPr lang="en-GB" dirty="0"/>
              <a:t> </a:t>
            </a:r>
            <a:r>
              <a:rPr lang="en-GB" dirty="0" err="1"/>
              <a:t>futuro</a:t>
            </a:r>
            <a:r>
              <a:rPr lang="en-GB" dirty="0"/>
              <a:t>. Una </a:t>
            </a:r>
            <a:r>
              <a:rPr lang="en-GB" dirty="0" err="1"/>
              <a:t>direzione</a:t>
            </a:r>
            <a:r>
              <a:rPr lang="en-GB" dirty="0"/>
              <a:t> </a:t>
            </a:r>
            <a:r>
              <a:rPr lang="en-GB" dirty="0" err="1"/>
              <a:t>promettente</a:t>
            </a:r>
            <a:r>
              <a:rPr lang="en-GB" dirty="0"/>
              <a:t> è </a:t>
            </a:r>
            <a:r>
              <a:rPr lang="en-GB" dirty="0" err="1"/>
              <a:t>l'introduzione</a:t>
            </a:r>
            <a:r>
              <a:rPr lang="en-GB" dirty="0"/>
              <a:t> di un </a:t>
            </a:r>
            <a:r>
              <a:rPr lang="en-GB" dirty="0" err="1"/>
              <a:t>parallelismo</a:t>
            </a:r>
            <a:r>
              <a:rPr lang="en-GB" dirty="0"/>
              <a:t> </a:t>
            </a:r>
            <a:r>
              <a:rPr lang="en-GB" dirty="0" err="1"/>
              <a:t>ibrido</a:t>
            </a:r>
            <a:r>
              <a:rPr lang="en-GB" dirty="0"/>
              <a:t>: </a:t>
            </a:r>
            <a:r>
              <a:rPr lang="en-GB" i="1" dirty="0" err="1"/>
              <a:t>verticale</a:t>
            </a:r>
            <a:r>
              <a:rPr lang="en-GB" dirty="0"/>
              <a:t>, </a:t>
            </a:r>
            <a:r>
              <a:rPr lang="en-GB" dirty="0" err="1"/>
              <a:t>integrando</a:t>
            </a:r>
            <a:r>
              <a:rPr lang="en-GB" dirty="0"/>
              <a:t> VHT come base learner, e </a:t>
            </a:r>
            <a:r>
              <a:rPr lang="en-GB" i="1" dirty="0" err="1"/>
              <a:t>orizzontale</a:t>
            </a:r>
            <a:r>
              <a:rPr lang="en-GB" dirty="0"/>
              <a:t>, </a:t>
            </a:r>
            <a:r>
              <a:rPr lang="en-GB" dirty="0" err="1"/>
              <a:t>allocando</a:t>
            </a:r>
            <a:r>
              <a:rPr lang="en-GB" dirty="0"/>
              <a:t> core </a:t>
            </a:r>
            <a:r>
              <a:rPr lang="en-GB" dirty="0" err="1"/>
              <a:t>dedicati</a:t>
            </a:r>
            <a:r>
              <a:rPr lang="en-GB" dirty="0"/>
              <a:t> </a:t>
            </a:r>
            <a:r>
              <a:rPr lang="en-GB" dirty="0" err="1"/>
              <a:t>all'addestramento</a:t>
            </a:r>
            <a:r>
              <a:rPr lang="en-GB" dirty="0"/>
              <a:t> </a:t>
            </a:r>
            <a:r>
              <a:rPr lang="en-GB" dirty="0" err="1"/>
              <a:t>concorrente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background learner in ADWIN. </a:t>
            </a:r>
          </a:p>
          <a:p>
            <a:r>
              <a:rPr lang="en-GB" dirty="0"/>
              <a:t>In </a:t>
            </a:r>
            <a:r>
              <a:rPr lang="en-GB" dirty="0" err="1"/>
              <a:t>conclusione</a:t>
            </a:r>
            <a:r>
              <a:rPr lang="en-GB" dirty="0"/>
              <a:t>,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lavoro</a:t>
            </a:r>
            <a:r>
              <a:rPr lang="en-GB" dirty="0"/>
              <a:t> introduce </a:t>
            </a:r>
            <a:r>
              <a:rPr lang="en-GB" dirty="0" err="1"/>
              <a:t>un'architettura</a:t>
            </a:r>
            <a:r>
              <a:rPr lang="en-GB" dirty="0"/>
              <a:t> </a:t>
            </a:r>
            <a:r>
              <a:rPr lang="en-GB" dirty="0" err="1"/>
              <a:t>modulare</a:t>
            </a:r>
            <a:r>
              <a:rPr lang="en-GB" dirty="0"/>
              <a:t> e ad </a:t>
            </a:r>
            <a:r>
              <a:rPr lang="en-GB" dirty="0" err="1"/>
              <a:t>alte</a:t>
            </a:r>
            <a:r>
              <a:rPr lang="en-GB" dirty="0"/>
              <a:t> </a:t>
            </a:r>
            <a:r>
              <a:rPr lang="en-GB" dirty="0" err="1"/>
              <a:t>prestazioni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propone</a:t>
            </a:r>
            <a:r>
              <a:rPr lang="en-GB" dirty="0"/>
              <a:t> come nuovo </a:t>
            </a:r>
            <a:r>
              <a:rPr lang="en-GB" dirty="0" err="1"/>
              <a:t>stato</a:t>
            </a:r>
            <a:r>
              <a:rPr lang="en-GB" dirty="0"/>
              <a:t> dell'arte per lo streaming Machine Learning </a:t>
            </a:r>
            <a:r>
              <a:rPr lang="en-GB" dirty="0" err="1"/>
              <a:t>distribuito</a:t>
            </a:r>
            <a:r>
              <a:rPr lang="en-GB" dirty="0"/>
              <a:t>, </a:t>
            </a:r>
            <a:r>
              <a:rPr lang="en-GB" dirty="0" err="1"/>
              <a:t>offrendo</a:t>
            </a:r>
            <a:r>
              <a:rPr lang="en-GB" dirty="0"/>
              <a:t> </a:t>
            </a:r>
            <a:r>
              <a:rPr lang="en-GB" dirty="0" err="1"/>
              <a:t>un'eccellente</a:t>
            </a:r>
            <a:r>
              <a:rPr lang="en-GB" dirty="0"/>
              <a:t> </a:t>
            </a:r>
            <a:r>
              <a:rPr lang="en-GB" dirty="0" err="1"/>
              <a:t>scalabilità</a:t>
            </a:r>
            <a:r>
              <a:rPr lang="en-GB" dirty="0"/>
              <a:t> e </a:t>
            </a:r>
            <a:r>
              <a:rPr lang="en-GB" dirty="0" err="1"/>
              <a:t>significativi</a:t>
            </a:r>
            <a:r>
              <a:rPr lang="en-GB" dirty="0"/>
              <a:t> </a:t>
            </a:r>
            <a:r>
              <a:rPr lang="en-GB" dirty="0" err="1"/>
              <a:t>incrementi</a:t>
            </a:r>
            <a:r>
              <a:rPr lang="en-GB" dirty="0"/>
              <a:t> </a:t>
            </a:r>
            <a:r>
              <a:rPr lang="en-GB" dirty="0" err="1"/>
              <a:t>prestazionali</a:t>
            </a:r>
            <a:r>
              <a:rPr lang="en-GB" dirty="0"/>
              <a:t> per </a:t>
            </a:r>
            <a:r>
              <a:rPr lang="en-GB" dirty="0" err="1"/>
              <a:t>l'analisi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 </a:t>
            </a:r>
            <a:r>
              <a:rPr lang="en-GB" dirty="0" err="1"/>
              <a:t>intensiva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176EDF-5A7A-0950-5CAF-321CC0074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400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3615-F197-6606-E308-913C488D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E396A5F-4D41-587F-DAD6-5F8B1719E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8318AC9-345F-3E73-34B2-D6196C323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</a:t>
            </a:r>
            <a:r>
              <a:rPr lang="en-GB" dirty="0" err="1"/>
              <a:t>risposte</a:t>
            </a:r>
            <a:r>
              <a:rPr lang="en-GB" dirty="0"/>
              <a:t> a tale </a:t>
            </a:r>
            <a:r>
              <a:rPr lang="en-GB" dirty="0" err="1"/>
              <a:t>quesito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riflettono</a:t>
            </a:r>
            <a:r>
              <a:rPr lang="en-GB" dirty="0"/>
              <a:t> </a:t>
            </a:r>
            <a:r>
              <a:rPr lang="en-GB" dirty="0" err="1"/>
              <a:t>nelle</a:t>
            </a:r>
            <a:r>
              <a:rPr lang="en-GB" dirty="0"/>
              <a:t> </a:t>
            </a:r>
            <a:r>
              <a:rPr lang="en-GB" dirty="0" err="1"/>
              <a:t>nostre</a:t>
            </a:r>
            <a:r>
              <a:rPr lang="en-GB" dirty="0"/>
              <a:t> </a:t>
            </a:r>
            <a:r>
              <a:rPr lang="en-GB" dirty="0" err="1"/>
              <a:t>proposte</a:t>
            </a:r>
            <a:r>
              <a:rPr lang="en-GB" dirty="0"/>
              <a:t> di </a:t>
            </a:r>
            <a:r>
              <a:rPr lang="en-GB" dirty="0" err="1"/>
              <a:t>sviluppo</a:t>
            </a:r>
            <a:r>
              <a:rPr lang="en-GB" dirty="0"/>
              <a:t> </a:t>
            </a:r>
            <a:r>
              <a:rPr lang="en-GB" dirty="0" err="1"/>
              <a:t>futuro</a:t>
            </a:r>
            <a:r>
              <a:rPr lang="en-GB" dirty="0"/>
              <a:t>. Una </a:t>
            </a:r>
            <a:r>
              <a:rPr lang="en-GB" dirty="0" err="1"/>
              <a:t>direzione</a:t>
            </a:r>
            <a:r>
              <a:rPr lang="en-GB" dirty="0"/>
              <a:t> </a:t>
            </a:r>
            <a:r>
              <a:rPr lang="en-GB" dirty="0" err="1"/>
              <a:t>promettente</a:t>
            </a:r>
            <a:r>
              <a:rPr lang="en-GB" dirty="0"/>
              <a:t> è </a:t>
            </a:r>
            <a:r>
              <a:rPr lang="en-GB" dirty="0" err="1"/>
              <a:t>l'introduzione</a:t>
            </a:r>
            <a:r>
              <a:rPr lang="en-GB" dirty="0"/>
              <a:t> di un </a:t>
            </a:r>
            <a:r>
              <a:rPr lang="en-GB" dirty="0" err="1"/>
              <a:t>parallelismo</a:t>
            </a:r>
            <a:r>
              <a:rPr lang="en-GB" dirty="0"/>
              <a:t> </a:t>
            </a:r>
            <a:r>
              <a:rPr lang="en-GB" dirty="0" err="1"/>
              <a:t>ibrido</a:t>
            </a:r>
            <a:r>
              <a:rPr lang="en-GB" dirty="0"/>
              <a:t>: </a:t>
            </a:r>
            <a:r>
              <a:rPr lang="en-GB" i="1" dirty="0" err="1"/>
              <a:t>verticale</a:t>
            </a:r>
            <a:r>
              <a:rPr lang="en-GB" dirty="0"/>
              <a:t>, </a:t>
            </a:r>
            <a:r>
              <a:rPr lang="en-GB" dirty="0" err="1"/>
              <a:t>integrando</a:t>
            </a:r>
            <a:r>
              <a:rPr lang="en-GB" dirty="0"/>
              <a:t> VHT come base learner, e </a:t>
            </a:r>
            <a:r>
              <a:rPr lang="en-GB" i="1" dirty="0" err="1"/>
              <a:t>orizzontale</a:t>
            </a:r>
            <a:r>
              <a:rPr lang="en-GB" dirty="0"/>
              <a:t>, </a:t>
            </a:r>
            <a:r>
              <a:rPr lang="en-GB" dirty="0" err="1"/>
              <a:t>allocando</a:t>
            </a:r>
            <a:r>
              <a:rPr lang="en-GB" dirty="0"/>
              <a:t> core </a:t>
            </a:r>
            <a:r>
              <a:rPr lang="en-GB" dirty="0" err="1"/>
              <a:t>dedicati</a:t>
            </a:r>
            <a:r>
              <a:rPr lang="en-GB" dirty="0"/>
              <a:t> </a:t>
            </a:r>
            <a:r>
              <a:rPr lang="en-GB" dirty="0" err="1"/>
              <a:t>all'addestramento</a:t>
            </a:r>
            <a:r>
              <a:rPr lang="en-GB" dirty="0"/>
              <a:t> </a:t>
            </a:r>
            <a:r>
              <a:rPr lang="en-GB" dirty="0" err="1"/>
              <a:t>concorrente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background learner in ADWIN. </a:t>
            </a:r>
          </a:p>
          <a:p>
            <a:r>
              <a:rPr lang="en-GB" dirty="0"/>
              <a:t>In </a:t>
            </a:r>
            <a:r>
              <a:rPr lang="en-GB" dirty="0" err="1"/>
              <a:t>conclusione</a:t>
            </a:r>
            <a:r>
              <a:rPr lang="en-GB" dirty="0"/>
              <a:t>, </a:t>
            </a:r>
            <a:r>
              <a:rPr lang="en-GB" dirty="0" err="1"/>
              <a:t>questo</a:t>
            </a:r>
            <a:r>
              <a:rPr lang="en-GB" dirty="0"/>
              <a:t> </a:t>
            </a:r>
            <a:r>
              <a:rPr lang="en-GB" dirty="0" err="1"/>
              <a:t>lavoro</a:t>
            </a:r>
            <a:r>
              <a:rPr lang="en-GB" dirty="0"/>
              <a:t> introduce </a:t>
            </a:r>
            <a:r>
              <a:rPr lang="en-GB" dirty="0" err="1"/>
              <a:t>un'architettura</a:t>
            </a:r>
            <a:r>
              <a:rPr lang="en-GB" dirty="0"/>
              <a:t> </a:t>
            </a:r>
            <a:r>
              <a:rPr lang="en-GB" dirty="0" err="1"/>
              <a:t>modulare</a:t>
            </a:r>
            <a:r>
              <a:rPr lang="en-GB" dirty="0"/>
              <a:t> e ad </a:t>
            </a:r>
            <a:r>
              <a:rPr lang="en-GB" dirty="0" err="1"/>
              <a:t>alte</a:t>
            </a:r>
            <a:r>
              <a:rPr lang="en-GB" dirty="0"/>
              <a:t> </a:t>
            </a:r>
            <a:r>
              <a:rPr lang="en-GB" dirty="0" err="1"/>
              <a:t>prestazioni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propone</a:t>
            </a:r>
            <a:r>
              <a:rPr lang="en-GB" dirty="0"/>
              <a:t> come nuovo </a:t>
            </a:r>
            <a:r>
              <a:rPr lang="en-GB" dirty="0" err="1"/>
              <a:t>stato</a:t>
            </a:r>
            <a:r>
              <a:rPr lang="en-GB" dirty="0"/>
              <a:t> dell'arte per lo streaming Machine Learning </a:t>
            </a:r>
            <a:r>
              <a:rPr lang="en-GB" dirty="0" err="1"/>
              <a:t>distribuito</a:t>
            </a:r>
            <a:r>
              <a:rPr lang="en-GB" dirty="0"/>
              <a:t>, </a:t>
            </a:r>
            <a:r>
              <a:rPr lang="en-GB" dirty="0" err="1"/>
              <a:t>offrendo</a:t>
            </a:r>
            <a:r>
              <a:rPr lang="en-GB" dirty="0"/>
              <a:t> </a:t>
            </a:r>
            <a:r>
              <a:rPr lang="en-GB" dirty="0" err="1"/>
              <a:t>un'eccellente</a:t>
            </a:r>
            <a:r>
              <a:rPr lang="en-GB" dirty="0"/>
              <a:t> </a:t>
            </a:r>
            <a:r>
              <a:rPr lang="en-GB" dirty="0" err="1"/>
              <a:t>scalabilità</a:t>
            </a:r>
            <a:r>
              <a:rPr lang="en-GB" dirty="0"/>
              <a:t> e </a:t>
            </a:r>
            <a:r>
              <a:rPr lang="en-GB" dirty="0" err="1"/>
              <a:t>significativi</a:t>
            </a:r>
            <a:r>
              <a:rPr lang="en-GB" dirty="0"/>
              <a:t> </a:t>
            </a:r>
            <a:r>
              <a:rPr lang="en-GB" dirty="0" err="1"/>
              <a:t>incrementi</a:t>
            </a:r>
            <a:r>
              <a:rPr lang="en-GB" dirty="0"/>
              <a:t> </a:t>
            </a:r>
            <a:r>
              <a:rPr lang="en-GB" dirty="0" err="1"/>
              <a:t>prestazionali</a:t>
            </a:r>
            <a:r>
              <a:rPr lang="en-GB" dirty="0"/>
              <a:t> per </a:t>
            </a:r>
            <a:r>
              <a:rPr lang="en-GB" dirty="0" err="1"/>
              <a:t>l'analisi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 </a:t>
            </a:r>
            <a:r>
              <a:rPr lang="en-GB" dirty="0" err="1"/>
              <a:t>intensiva</a:t>
            </a:r>
            <a:r>
              <a:rPr lang="en-GB" dirty="0"/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5210A2-E3D7-9669-4B4F-B009831C1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023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D85E6-6E52-3C1C-9512-D21FF4CA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B7DC5E-504A-CFA3-D242-8E11F1084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9710C80-9D4E-4F42-52B0-D1F22677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</a:t>
            </a:r>
            <a:r>
              <a:rPr lang="en-GB" dirty="0" err="1"/>
              <a:t>risposte</a:t>
            </a:r>
            <a:r>
              <a:rPr lang="en-GB" dirty="0"/>
              <a:t> a tale </a:t>
            </a:r>
            <a:r>
              <a:rPr lang="en-GB" dirty="0" err="1"/>
              <a:t>quesito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riflettono</a:t>
            </a:r>
            <a:r>
              <a:rPr lang="en-GB" dirty="0"/>
              <a:t> </a:t>
            </a:r>
            <a:r>
              <a:rPr lang="en-GB" dirty="0" err="1"/>
              <a:t>nelle</a:t>
            </a:r>
            <a:r>
              <a:rPr lang="en-GB" dirty="0"/>
              <a:t> </a:t>
            </a:r>
            <a:r>
              <a:rPr lang="en-GB" dirty="0" err="1"/>
              <a:t>nostre</a:t>
            </a:r>
            <a:r>
              <a:rPr lang="en-GB" dirty="0"/>
              <a:t> </a:t>
            </a:r>
            <a:r>
              <a:rPr lang="en-GB" dirty="0" err="1"/>
              <a:t>proposte</a:t>
            </a:r>
            <a:r>
              <a:rPr lang="en-GB" dirty="0"/>
              <a:t> di </a:t>
            </a:r>
            <a:r>
              <a:rPr lang="en-GB" dirty="0" err="1"/>
              <a:t>sviluppo</a:t>
            </a:r>
            <a:r>
              <a:rPr lang="en-GB" dirty="0"/>
              <a:t> </a:t>
            </a:r>
            <a:r>
              <a:rPr lang="en-GB" dirty="0" err="1"/>
              <a:t>futuro</a:t>
            </a:r>
            <a:r>
              <a:rPr lang="en-GB" dirty="0"/>
              <a:t>. Una </a:t>
            </a:r>
            <a:r>
              <a:rPr lang="en-GB" dirty="0" err="1"/>
              <a:t>direzione</a:t>
            </a:r>
            <a:r>
              <a:rPr lang="en-GB" dirty="0"/>
              <a:t> </a:t>
            </a:r>
            <a:r>
              <a:rPr lang="en-GB" dirty="0" err="1"/>
              <a:t>promettente</a:t>
            </a:r>
            <a:r>
              <a:rPr lang="en-GB" dirty="0"/>
              <a:t> è </a:t>
            </a:r>
            <a:r>
              <a:rPr lang="en-GB" dirty="0" err="1"/>
              <a:t>l'introduzione</a:t>
            </a:r>
            <a:r>
              <a:rPr lang="en-GB" dirty="0"/>
              <a:t> di un </a:t>
            </a:r>
            <a:r>
              <a:rPr lang="en-GB" dirty="0" err="1"/>
              <a:t>parallelismo</a:t>
            </a:r>
            <a:r>
              <a:rPr lang="en-GB" dirty="0"/>
              <a:t> </a:t>
            </a:r>
            <a:r>
              <a:rPr lang="en-GB" dirty="0" err="1"/>
              <a:t>ibrido</a:t>
            </a:r>
            <a:r>
              <a:rPr lang="en-GB" dirty="0"/>
              <a:t>: </a:t>
            </a:r>
            <a:r>
              <a:rPr lang="en-GB" i="1" dirty="0" err="1"/>
              <a:t>verticale</a:t>
            </a:r>
            <a:r>
              <a:rPr lang="en-GB" dirty="0"/>
              <a:t>, </a:t>
            </a:r>
            <a:r>
              <a:rPr lang="en-GB" dirty="0" err="1"/>
              <a:t>integrando</a:t>
            </a:r>
            <a:r>
              <a:rPr lang="en-GB" dirty="0"/>
              <a:t> VHT come base learner, e </a:t>
            </a:r>
            <a:r>
              <a:rPr lang="en-GB" i="1" dirty="0" err="1"/>
              <a:t>orizzontale</a:t>
            </a:r>
            <a:r>
              <a:rPr lang="en-GB" dirty="0"/>
              <a:t>, </a:t>
            </a:r>
            <a:r>
              <a:rPr lang="en-GB" dirty="0" err="1"/>
              <a:t>allocando</a:t>
            </a:r>
            <a:r>
              <a:rPr lang="en-GB" dirty="0"/>
              <a:t> core </a:t>
            </a:r>
            <a:r>
              <a:rPr lang="en-GB" dirty="0" err="1"/>
              <a:t>dedicati</a:t>
            </a:r>
            <a:r>
              <a:rPr lang="en-GB" dirty="0"/>
              <a:t> </a:t>
            </a:r>
            <a:r>
              <a:rPr lang="en-GB" dirty="0" err="1"/>
              <a:t>all'addestramento</a:t>
            </a:r>
            <a:r>
              <a:rPr lang="en-GB" dirty="0"/>
              <a:t> </a:t>
            </a:r>
            <a:r>
              <a:rPr lang="en-GB" dirty="0" err="1"/>
              <a:t>concorrente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background learner in ADWIN. </a:t>
            </a:r>
          </a:p>
          <a:p>
            <a:r>
              <a:rPr lang="en-GB" dirty="0" err="1"/>
              <a:t>Un’altra</a:t>
            </a:r>
            <a:r>
              <a:rPr lang="en-GB" dirty="0"/>
              <a:t> possible </a:t>
            </a:r>
            <a:r>
              <a:rPr lang="en-GB" dirty="0" err="1"/>
              <a:t>direzione</a:t>
            </a:r>
            <a:r>
              <a:rPr lang="en-GB" dirty="0"/>
              <a:t> è </a:t>
            </a:r>
            <a:r>
              <a:rPr lang="en-GB" dirty="0" err="1"/>
              <a:t>utilizzare</a:t>
            </a:r>
            <a:r>
              <a:rPr lang="en-GB" dirty="0"/>
              <a:t> </a:t>
            </a:r>
            <a:r>
              <a:rPr lang="en-GB" dirty="0" err="1"/>
              <a:t>questi</a:t>
            </a:r>
            <a:r>
              <a:rPr lang="en-GB" dirty="0"/>
              <a:t> core per fare hyperparameter finetuning.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452870-686A-0429-418C-230007DC3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040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Vi </a:t>
            </a:r>
            <a:r>
              <a:rPr lang="en-GB" dirty="0" err="1"/>
              <a:t>ringrazio</a:t>
            </a:r>
            <a:r>
              <a:rPr lang="en-GB" dirty="0"/>
              <a:t> </a:t>
            </a:r>
            <a:r>
              <a:rPr lang="en-GB" dirty="0" err="1"/>
              <a:t>molto</a:t>
            </a:r>
            <a:r>
              <a:rPr lang="en-GB" dirty="0"/>
              <a:t> per </a:t>
            </a:r>
            <a:r>
              <a:rPr lang="en-GB" dirty="0" err="1"/>
              <a:t>l'attenzione</a:t>
            </a:r>
            <a:r>
              <a:rPr lang="it-IT" dirty="0"/>
              <a:t>, e ci tengo a ringraziare apertamente anche tutto il team di ricerca che ha sostenuto questo lavoro con grande passione e interesse.</a:t>
            </a:r>
          </a:p>
          <a:p>
            <a:r>
              <a:rPr lang="it-IT" dirty="0"/>
              <a:t>Rimango a completa disposizione per qualsiasi domanda o approfondimento!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CF6B1-C08E-4CBB-ADB5-FA86AF9F0E4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84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9B32-359C-E088-D09A-E6F7B70B5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34438-42E0-9944-113F-9AC65ED55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DF427-C6E7-8D89-720D-B12BD093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3BA1-F180-4017-A44D-A3873C2098BB}" type="datetime1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EB11E-E2B2-D3FB-186C-8A467BB6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5CE8B-32EF-9B73-7908-D7727CA0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395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3A86-0CDD-D156-DB47-9B07F469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8FDE-B5C5-1CFB-34D4-35F9F1B28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7A56-45C2-3492-AFFE-8A891561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58C8-9004-4F49-BC2C-73740720DC19}" type="datetime1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A0F90-5852-883B-C57B-F9B4AE9B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A1C62-7F60-C268-C9C9-419E7A59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264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641-B05A-EF1D-6D8E-05D3F14C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1103A-C9DE-7FB6-EEAD-02ECC1D51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8C5A-E32B-9A08-81D8-FFD3FA65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389D-040F-4BA9-9B40-7EC10229ACE5}" type="datetime1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AC25A-C723-6831-62BA-C14FF4B7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F122-B9D6-A6C2-26E9-CD549857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228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0157-E17A-B8B8-FACA-C25E975F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E6B8-BA06-1389-6447-6A3A2C548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DD76F-5C13-73BE-DC5D-79F49B305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6383F-FF85-E749-E07B-F70BC109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147F-65FE-4862-90CF-672CB7327E17}" type="datetime1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2D624-D07E-20B7-EDBB-9DFDA371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89264-1B3F-F830-3740-653F52F5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061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900D-B78B-7FF7-9BCC-8535C1B1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5782-29E7-7689-6D4B-C67D52E55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C1F66-45E6-7187-DF1E-C5A4E66A9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A2C0E-E459-8E44-42C0-AC9208521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43FAF-4F50-66DE-6025-51794536A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A7AAE-F943-4CDB-EF70-7CDF257D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0D14-69CD-480D-83B5-28366A00BE96}" type="datetime1">
              <a:rPr lang="en-GB" smtClean="0"/>
              <a:t>20/07/2026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2FDA-D59F-C911-4245-C56EFF8A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EFE27-E9DB-7811-9F25-667D17E7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013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6EDA5-D420-9C37-949C-D9DDDE4D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4E8FA-B74E-D0D0-0EE4-EB9EE224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B2A4-ACB5-437D-A46B-91EAE27B8ED7}" type="datetime1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D62E1-E0E4-6E2F-4FA4-EB3D0795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03A50-F24C-8D36-3B2B-58C0B3C2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933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B314D-92E1-13E9-2970-9C5F9F0F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2A261-C225-42C5-A265-B5518CC36379}" type="datetime1">
              <a:rPr lang="en-GB" smtClean="0"/>
              <a:t>20/07/2026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3BE89-23AB-4636-7C74-1CFEE704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DFC72-3276-E500-5B47-B92522ED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71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40D7-79C4-A15E-ADFE-A76C2F71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D9A53-73B3-486E-0584-EE78B6B49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ADABF-5AA2-A916-325B-05CF965B9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48DCD-E2E7-AC25-8067-A39669CF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038C-3012-4A04-AF92-14A8E6AEF8BE}" type="datetime1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8B412-8B39-4205-EED0-AC05932E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FB7F1-9E3E-A0CB-1978-3DB8927C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986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6B38-4A2F-18C2-9AFF-8C00D5B3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F4CA9-5340-D1DE-ED8C-CD0AFA61B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99711-33D4-0059-BC4A-D5E87380C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F30E1-DE37-E223-1E9E-6ACA31E3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D251-43AA-460D-A9FA-5D8AB7BEE2B8}" type="datetime1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9A17C-A58D-4758-5837-DD317C36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C20B1-991D-0C02-BF73-3011B68F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50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F0EF-55D4-44E1-33C7-8820A244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5A58B-3A3F-FE9F-2819-D05ECC602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60FBB-C30A-5D61-CF90-35963435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F3419-D5C5-4A8E-BAA6-189E940B2FF2}" type="datetime1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37D1-E93C-F8CB-8E3A-5321648D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30939-3834-A615-D6B8-2858793B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643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0BD80-6127-34E8-49AB-F58EDA367F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2417F-740C-0BB1-9931-0D7F6648D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87275-EC85-A329-7DBA-19A8AB41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0DD7-5F7B-41AB-AD19-3F229A4EDA78}" type="datetime1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C24AF-0A17-131C-FEEB-CCD22C55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08A7-7769-65F7-BF89-764A7096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102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ACE3D-8BA0-4938-4D1C-99AACB99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94215-A464-4B89-58E2-5F6D5CF5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6DFBB-6BC2-F21E-3456-249D8B142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47F5F-4DFA-489C-A958-FF37517652FF}" type="datetime1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0AB3E-79F2-E9B0-92AC-052CD2E6A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B945-2C84-871E-BD11-28C17C9EB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4008-45E4-4211-BE70-F94F7759AE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63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0.png"/><Relationship Id="rId4" Type="http://schemas.openxmlformats.org/officeDocument/2006/relationships/image" Target="../media/image15.sv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sv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17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microsoft.com/office/2007/relationships/hdphoto" Target="../media/hdphoto1.wdp"/><Relationship Id="rId15" Type="http://schemas.openxmlformats.org/officeDocument/2006/relationships/image" Target="../media/image31.svg"/><Relationship Id="rId10" Type="http://schemas.openxmlformats.org/officeDocument/2006/relationships/image" Target="../media/image26.svg"/><Relationship Id="rId4" Type="http://schemas.openxmlformats.org/officeDocument/2006/relationships/image" Target="../media/image2.png"/><Relationship Id="rId9" Type="http://schemas.openxmlformats.org/officeDocument/2006/relationships/image" Target="../media/image25.svg"/><Relationship Id="rId14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microsoft.com/office/2007/relationships/hdphoto" Target="../media/hdphoto1.wdp"/><Relationship Id="rId10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microsoft.com/office/2007/relationships/hdphoto" Target="../media/hdphoto1.wdp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svg"/><Relationship Id="rId3" Type="http://schemas.openxmlformats.org/officeDocument/2006/relationships/image" Target="../media/image1.png"/><Relationship Id="rId7" Type="http://schemas.openxmlformats.org/officeDocument/2006/relationships/image" Target="../media/image33.sv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11" Type="http://schemas.openxmlformats.org/officeDocument/2006/relationships/image" Target="../media/image43.svg"/><Relationship Id="rId5" Type="http://schemas.microsoft.com/office/2007/relationships/hdphoto" Target="../media/hdphoto1.wdp"/><Relationship Id="rId10" Type="http://schemas.openxmlformats.org/officeDocument/2006/relationships/image" Target="../media/image42.svg"/><Relationship Id="rId4" Type="http://schemas.openxmlformats.org/officeDocument/2006/relationships/image" Target="../media/image2.png"/><Relationship Id="rId9" Type="http://schemas.openxmlformats.org/officeDocument/2006/relationships/image" Target="../media/image41.svg"/><Relationship Id="rId14" Type="http://schemas.openxmlformats.org/officeDocument/2006/relationships/image" Target="../media/image4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sv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11" Type="http://schemas.openxmlformats.org/officeDocument/2006/relationships/chart" Target="../charts/chart8.xml"/><Relationship Id="rId5" Type="http://schemas.microsoft.com/office/2007/relationships/hdphoto" Target="../media/hdphoto1.wdp"/><Relationship Id="rId10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chart" Target="../charts/char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11" Type="http://schemas.openxmlformats.org/officeDocument/2006/relationships/image" Target="../media/image52.svg"/><Relationship Id="rId5" Type="http://schemas.microsoft.com/office/2007/relationships/hdphoto" Target="../media/hdphoto1.wdp"/><Relationship Id="rId10" Type="http://schemas.openxmlformats.org/officeDocument/2006/relationships/image" Target="../media/image60.png"/><Relationship Id="rId4" Type="http://schemas.openxmlformats.org/officeDocument/2006/relationships/image" Target="../media/image2.png"/><Relationship Id="rId9" Type="http://schemas.openxmlformats.org/officeDocument/2006/relationships/image" Target="../media/image51.svg"/><Relationship Id="rId1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689594D4-C2C2-3DD8-9701-8B0148992EC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85D2D4-92D7-677D-4CFA-B731F9D570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466" y="397906"/>
            <a:ext cx="4119965" cy="1313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BA80F5-801C-302F-FF34-A8E575D0F89E}"/>
              </a:ext>
            </a:extLst>
          </p:cNvPr>
          <p:cNvSpPr txBox="1"/>
          <p:nvPr/>
        </p:nvSpPr>
        <p:spPr>
          <a:xfrm>
            <a:off x="8931751" y="5401806"/>
            <a:ext cx="283885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Antonio Sulfaro (259954)</a:t>
            </a:r>
          </a:p>
          <a:p>
            <a:pPr algn="r"/>
            <a:r>
              <a:rPr lang="en-US" sz="1600" noProof="0" dirty="0">
                <a:solidFill>
                  <a:schemeClr val="bg1">
                    <a:lumMod val="85000"/>
                  </a:schemeClr>
                </a:solidFill>
                <a:latin typeface="Ubuntu Sans" pitchFamily="2" charset="0"/>
              </a:rPr>
              <a:t>Zhi Qiang Shi (252205)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07F50D-3B2D-F1C7-229C-C57C641072E0}"/>
              </a:ext>
            </a:extLst>
          </p:cNvPr>
          <p:cNvSpPr txBox="1"/>
          <p:nvPr/>
        </p:nvSpPr>
        <p:spPr>
          <a:xfrm>
            <a:off x="797498" y="5420441"/>
            <a:ext cx="1006722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i="1" noProof="0" dirty="0">
                <a:solidFill>
                  <a:schemeClr val="bg1"/>
                </a:solidFill>
                <a:latin typeface="Ubuntu Sans Medium" pitchFamily="2" charset="0"/>
              </a:rPr>
              <a:t>Advisor: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E2FA9-DDA0-08DB-CBEF-A34824199CD1}"/>
              </a:ext>
            </a:extLst>
          </p:cNvPr>
          <p:cNvSpPr txBox="1"/>
          <p:nvPr/>
        </p:nvSpPr>
        <p:spPr>
          <a:xfrm>
            <a:off x="421395" y="5790803"/>
            <a:ext cx="138282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600" i="1">
                <a:solidFill>
                  <a:schemeClr val="bg1"/>
                </a:solidFill>
                <a:latin typeface="Ubuntu Sans Medium" pitchFamily="2" charset="0"/>
              </a:defRPr>
            </a:lvl1pPr>
          </a:lstStyle>
          <a:p>
            <a:r>
              <a:rPr lang="en-US" noProof="0" dirty="0"/>
              <a:t>Co-advisors: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6A6D4-93DB-2D48-877F-2B8298F8A7DC}"/>
              </a:ext>
            </a:extLst>
          </p:cNvPr>
          <p:cNvSpPr txBox="1"/>
          <p:nvPr/>
        </p:nvSpPr>
        <p:spPr>
          <a:xfrm>
            <a:off x="4677697" y="4214421"/>
            <a:ext cx="292580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i="1" noProof="0" dirty="0">
                <a:solidFill>
                  <a:schemeClr val="bg1">
                    <a:lumMod val="85000"/>
                  </a:schemeClr>
                </a:solidFill>
                <a:latin typeface="Ubuntu Sans Medium" pitchFamily="2" charset="0"/>
              </a:rPr>
              <a:t>Academic year: 2025-2026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DEC5F-BF06-462E-1DDF-91C92BF5C5CC}"/>
              </a:ext>
            </a:extLst>
          </p:cNvPr>
          <p:cNvSpPr txBox="1"/>
          <p:nvPr/>
        </p:nvSpPr>
        <p:spPr>
          <a:xfrm>
            <a:off x="1206910" y="2457564"/>
            <a:ext cx="9778179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 noProof="0" dirty="0">
                <a:solidFill>
                  <a:schemeClr val="bg1"/>
                </a:solidFill>
                <a:latin typeface="Ubuntu Sans Mono" panose="020B0309030602030204" pitchFamily="49" charset="0"/>
              </a:rPr>
              <a:t>Distributed Streaming Ensemble Methods in Renoir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649115-E00F-9CA2-1378-E532A268226F}"/>
              </a:ext>
            </a:extLst>
          </p:cNvPr>
          <p:cNvSpPr txBox="1"/>
          <p:nvPr/>
        </p:nvSpPr>
        <p:spPr>
          <a:xfrm>
            <a:off x="7519836" y="633955"/>
            <a:ext cx="424937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MSc in Computer Science and Engineering</a:t>
            </a:r>
            <a:endParaRPr lang="en-US" noProof="0" dirty="0">
              <a:latin typeface="Ubuntu Sans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920820-7BD6-6C61-FB44-3DBBD38E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64C4004-138C-4621-B605-3E68DBEF25D0}"/>
              </a:ext>
            </a:extLst>
          </p:cNvPr>
          <p:cNvSpPr txBox="1"/>
          <p:nvPr/>
        </p:nvSpPr>
        <p:spPr>
          <a:xfrm>
            <a:off x="1804220" y="5788743"/>
            <a:ext cx="483249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Prof. Gianpaolo Saverio </a:t>
            </a:r>
            <a:r>
              <a:rPr lang="en-US" sz="1600" u="none" strike="noStrike" baseline="0" noProof="0" dirty="0" err="1">
                <a:solidFill>
                  <a:srgbClr val="FFFFFF"/>
                </a:solidFill>
                <a:latin typeface="Ubuntu Sans" pitchFamily="2" charset="0"/>
              </a:rPr>
              <a:t>Cugola</a:t>
            </a:r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, Luca De Martini, Dario </a:t>
            </a:r>
            <a:r>
              <a:rPr lang="en-US" sz="1600" u="none" strike="noStrike" baseline="0" noProof="0" dirty="0" err="1">
                <a:solidFill>
                  <a:srgbClr val="FFFFFF"/>
                </a:solidFill>
                <a:latin typeface="Ubuntu Sans" pitchFamily="2" charset="0"/>
              </a:rPr>
              <a:t>d’Abate</a:t>
            </a:r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, Federico Giannini</a:t>
            </a:r>
            <a:r>
              <a:rPr lang="en-US" sz="1600" noProof="0" dirty="0">
                <a:solidFill>
                  <a:srgbClr val="000000"/>
                </a:solidFill>
                <a:latin typeface="Ubuntu Sans" pitchFamily="2" charset="0"/>
                <a:ea typeface="Aptos"/>
                <a:cs typeface="Aptos"/>
              </a:rPr>
              <a:t>​</a:t>
            </a:r>
            <a:endParaRPr lang="en-US" sz="1600" noProof="0" dirty="0">
              <a:latin typeface="Ubuntu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F28C3D-54A7-E5E9-E983-26A5C37A6C52}"/>
              </a:ext>
            </a:extLst>
          </p:cNvPr>
          <p:cNvSpPr txBox="1"/>
          <p:nvPr/>
        </p:nvSpPr>
        <p:spPr>
          <a:xfrm>
            <a:off x="1804220" y="542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Prof. Alessandro Margara</a:t>
            </a:r>
            <a:endParaRPr lang="en-US" sz="1600" noProof="0" dirty="0">
              <a:latin typeface="Ubuntu Sans" pitchFamily="2" charset="0"/>
            </a:endParaRPr>
          </a:p>
        </p:txBody>
      </p:sp>
      <p:sp>
        <p:nvSpPr>
          <p:cNvPr id="17" name="Rettangolo con angoli arrotondati 16" hidden="1">
            <a:extLst>
              <a:ext uri="{FF2B5EF4-FFF2-40B4-BE49-F238E27FC236}">
                <a16:creationId xmlns:a16="http://schemas.microsoft.com/office/drawing/2014/main" id="{653AB512-4446-AF9E-F87B-CA1F7819A868}"/>
              </a:ext>
            </a:extLst>
          </p:cNvPr>
          <p:cNvSpPr/>
          <p:nvPr/>
        </p:nvSpPr>
        <p:spPr>
          <a:xfrm>
            <a:off x="615950" y="5562767"/>
            <a:ext cx="10960100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5981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689CB-E211-2A2A-8B36-128C712B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6ADA8DB1-73D6-2284-892C-DAF8546669C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8" name="Rettangolo con angoli arrotondati 32">
            <a:extLst>
              <a:ext uri="{FF2B5EF4-FFF2-40B4-BE49-F238E27FC236}">
                <a16:creationId xmlns:a16="http://schemas.microsoft.com/office/drawing/2014/main" id="{007AEDB1-2AC3-2B22-0936-2ED29FCF855D}"/>
              </a:ext>
            </a:extLst>
          </p:cNvPr>
          <p:cNvSpPr/>
          <p:nvPr/>
        </p:nvSpPr>
        <p:spPr>
          <a:xfrm>
            <a:off x="615950" y="1874520"/>
            <a:ext cx="10960100" cy="3597545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C9F874-7331-8C4D-669B-4165FBE82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4BA8E-154C-B707-FCE4-6EC1F69F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2808DD7-BC41-EB4E-7B49-C69E3FC2F803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10515600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F74D1-0E36-C9A5-5206-E8A9D47D34F0}"/>
              </a:ext>
            </a:extLst>
          </p:cNvPr>
          <p:cNvSpPr txBox="1"/>
          <p:nvPr/>
        </p:nvSpPr>
        <p:spPr>
          <a:xfrm>
            <a:off x="1427020" y="2888462"/>
            <a:ext cx="9337962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3200" i="1" noProof="0" dirty="0">
                <a:latin typeface="Ubuntu Sans" pitchFamily="2" charset="0"/>
              </a:rPr>
              <a:t>’’</a:t>
            </a:r>
            <a:r>
              <a:rPr lang="en-GB" sz="3200" dirty="0"/>
              <a:t>Developing a single, </a:t>
            </a:r>
            <a:r>
              <a:rPr lang="en-GB" sz="3200" b="1" dirty="0"/>
              <a:t>modular</a:t>
            </a:r>
            <a:r>
              <a:rPr lang="en-GB" sz="3200" dirty="0"/>
              <a:t>, and </a:t>
            </a:r>
            <a:r>
              <a:rPr lang="en-GB" sz="3200" b="1" dirty="0"/>
              <a:t>scalable</a:t>
            </a:r>
            <a:r>
              <a:rPr lang="en-GB" sz="3200" dirty="0"/>
              <a:t> system for </a:t>
            </a:r>
            <a:r>
              <a:rPr lang="en-GB" sz="3200" b="1" dirty="0"/>
              <a:t>distributed streaming ML</a:t>
            </a:r>
            <a:r>
              <a:rPr lang="en-GB" sz="3200" dirty="0"/>
              <a:t> that outperforms the state-of-the-art.</a:t>
            </a:r>
            <a:r>
              <a:rPr lang="en-US" sz="3200" i="1" noProof="0" dirty="0">
                <a:latin typeface="Ubuntu Sans" pitchFamily="2" charset="0"/>
              </a:rPr>
              <a:t>’’</a:t>
            </a:r>
          </a:p>
        </p:txBody>
      </p:sp>
    </p:spTree>
    <p:extLst>
      <p:ext uri="{BB962C8B-B14F-4D97-AF65-F5344CB8AC3E}">
        <p14:creationId xmlns:p14="http://schemas.microsoft.com/office/powerpoint/2010/main" val="191646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56D4F7-F13A-A4D4-5938-D35B0556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B87BFDEE-43FB-534E-C633-B68315468EB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8" name="Rettangolo con angoli arrotondati 32">
            <a:extLst>
              <a:ext uri="{FF2B5EF4-FFF2-40B4-BE49-F238E27FC236}">
                <a16:creationId xmlns:a16="http://schemas.microsoft.com/office/drawing/2014/main" id="{296C2F5E-FC88-F578-8291-F763ADC39691}"/>
              </a:ext>
            </a:extLst>
          </p:cNvPr>
          <p:cNvSpPr/>
          <p:nvPr/>
        </p:nvSpPr>
        <p:spPr>
          <a:xfrm>
            <a:off x="615950" y="-661030"/>
            <a:ext cx="10960100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681B78-1DF1-D54E-3E53-F8F57D7F6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076EE-DFBA-CB5C-107A-BE68656A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6B67B8-CBCB-812E-4AB7-B08FA2AA62E5}"/>
              </a:ext>
            </a:extLst>
          </p:cNvPr>
          <p:cNvSpPr txBox="1">
            <a:spLocks/>
          </p:cNvSpPr>
          <p:nvPr/>
        </p:nvSpPr>
        <p:spPr>
          <a:xfrm>
            <a:off x="1406145" y="2898169"/>
            <a:ext cx="7836796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+mj-lt"/>
              <a:buAutoNum type="arabicPeriod" startAt="2"/>
            </a:pPr>
            <a:r>
              <a:rPr lang="en-US" sz="2000" b="1" noProof="0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System Architecture &amp; Implementation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19C985C-0EF7-11A8-E76B-1BC389B663D0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10515600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latin typeface="Ubuntu Sans Mono SemiBold" panose="020B0309030602030204" pitchFamily="49" charset="0"/>
                <a:ea typeface="+mn-ea"/>
                <a:cs typeface="+mn-cs"/>
              </a:rPr>
              <a:t>agenda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0C6252D-1FBA-12AB-E654-25DA1AEC6F41}"/>
              </a:ext>
            </a:extLst>
          </p:cNvPr>
          <p:cNvSpPr txBox="1">
            <a:spLocks/>
          </p:cNvSpPr>
          <p:nvPr/>
        </p:nvSpPr>
        <p:spPr>
          <a:xfrm>
            <a:off x="7237742" y="1528708"/>
            <a:ext cx="3543300" cy="39703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noProof="0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4.5min</a:t>
            </a: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r>
              <a:rPr lang="en-US" sz="2000" b="1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2.7</a:t>
            </a:r>
            <a:r>
              <a:rPr lang="en-US" sz="2000" b="1" noProof="0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min</a:t>
            </a: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algn="r"/>
            <a:r>
              <a:rPr lang="en-US" sz="2000" b="1" noProof="0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6.7min</a:t>
            </a:r>
          </a:p>
          <a:p>
            <a:pPr marL="457200" indent="-457200" algn="r">
              <a:buAutoNum type="arabicPeriod"/>
            </a:pPr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marL="457200" indent="-457200" algn="r">
              <a:buAutoNum type="arabicPeriod"/>
            </a:pPr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  <a:p>
            <a:pPr marL="457200" indent="-457200" algn="r">
              <a:buAutoNum type="arabicPeriod"/>
            </a:pPr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FD6F2E8-DEDA-DE21-4738-82E7CCD0B409}"/>
              </a:ext>
            </a:extLst>
          </p:cNvPr>
          <p:cNvSpPr txBox="1"/>
          <p:nvPr/>
        </p:nvSpPr>
        <p:spPr>
          <a:xfrm>
            <a:off x="1397556" y="1328653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000" b="1" noProof="0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Technical Background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813F328-ED9F-0FCF-AFD2-3749A939C8D9}"/>
              </a:ext>
            </a:extLst>
          </p:cNvPr>
          <p:cNvSpPr txBox="1"/>
          <p:nvPr/>
        </p:nvSpPr>
        <p:spPr>
          <a:xfrm>
            <a:off x="2183558" y="1741388"/>
            <a:ext cx="70507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latin typeface="Ubuntu Sans Light" pitchFamily="2" charset="0"/>
              </a:rPr>
              <a:t>Streaming Machine Learning</a:t>
            </a:r>
          </a:p>
          <a:p>
            <a:r>
              <a:rPr lang="en-US" sz="1400" noProof="0" dirty="0">
                <a:latin typeface="Ubuntu Sans Light" pitchFamily="2" charset="0"/>
              </a:rPr>
              <a:t>Ensemble Methods</a:t>
            </a:r>
          </a:p>
          <a:p>
            <a:r>
              <a:rPr lang="en-US" sz="1400" noProof="0" dirty="0">
                <a:latin typeface="Ubuntu Sans Light" pitchFamily="2" charset="0"/>
              </a:rPr>
              <a:t>The Models</a:t>
            </a:r>
          </a:p>
          <a:p>
            <a:r>
              <a:rPr lang="en-US" sz="1400" noProof="0" dirty="0" err="1">
                <a:latin typeface="Ubuntu Sans Light" pitchFamily="2" charset="0"/>
              </a:rPr>
              <a:t>Hoeffding</a:t>
            </a:r>
            <a:r>
              <a:rPr lang="en-US" sz="1400" noProof="0" dirty="0">
                <a:latin typeface="Ubuntu Sans Light" pitchFamily="2" charset="0"/>
              </a:rPr>
              <a:t> Tree and ADWIN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24DBA90-781C-36D3-C897-B3DD2517BE53}"/>
              </a:ext>
            </a:extLst>
          </p:cNvPr>
          <p:cNvSpPr txBox="1"/>
          <p:nvPr/>
        </p:nvSpPr>
        <p:spPr>
          <a:xfrm>
            <a:off x="2183558" y="3276410"/>
            <a:ext cx="70507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latin typeface="Ubuntu Sans Light" pitchFamily="2" charset="0"/>
              </a:rPr>
              <a:t>Architecture</a:t>
            </a:r>
          </a:p>
          <a:p>
            <a:r>
              <a:rPr lang="en-US" sz="1400" noProof="0" dirty="0">
                <a:latin typeface="Ubuntu Sans Light" pitchFamily="2" charset="0"/>
              </a:rPr>
              <a:t>The engine: Renoir framework</a:t>
            </a:r>
          </a:p>
          <a:p>
            <a:r>
              <a:rPr lang="en-US" sz="1400" noProof="0" dirty="0">
                <a:latin typeface="Ubuntu Sans Light" pitchFamily="2" charset="0"/>
              </a:rPr>
              <a:t>Renoir Pipeline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AC1A04F-72A1-42C9-000C-8C3191CBB2B5}"/>
              </a:ext>
            </a:extLst>
          </p:cNvPr>
          <p:cNvSpPr txBox="1"/>
          <p:nvPr/>
        </p:nvSpPr>
        <p:spPr>
          <a:xfrm>
            <a:off x="2183558" y="4583330"/>
            <a:ext cx="70507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latin typeface="Ubuntu Sans Light" pitchFamily="2" charset="0"/>
              </a:rPr>
              <a:t>Experimental Setup </a:t>
            </a:r>
          </a:p>
          <a:p>
            <a:r>
              <a:rPr lang="en-US" sz="1400" noProof="0" dirty="0">
                <a:latin typeface="Ubuntu Sans Light" pitchFamily="2" charset="0"/>
              </a:rPr>
              <a:t>Results comparison– state of the art</a:t>
            </a:r>
          </a:p>
          <a:p>
            <a:r>
              <a:rPr lang="en-US" sz="1400" noProof="0" dirty="0">
                <a:latin typeface="Ubuntu Sans Light" pitchFamily="2" charset="0"/>
              </a:rPr>
              <a:t>Scalability Analysis &amp; hyperparameters</a:t>
            </a:r>
          </a:p>
          <a:p>
            <a:r>
              <a:rPr lang="en-US" sz="1400" noProof="0" dirty="0">
                <a:latin typeface="Ubuntu Sans Light" pitchFamily="2" charset="0"/>
              </a:rPr>
              <a:t>Conclusion &amp; Future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A38CA-B0ED-DCCD-5AA0-148FBA825F8B}"/>
              </a:ext>
            </a:extLst>
          </p:cNvPr>
          <p:cNvSpPr txBox="1"/>
          <p:nvPr/>
        </p:nvSpPr>
        <p:spPr>
          <a:xfrm>
            <a:off x="1397556" y="4176804"/>
            <a:ext cx="7032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noProof="0" dirty="0">
                <a:solidFill>
                  <a:schemeClr val="accent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3. Experiment Evaluation and </a:t>
            </a:r>
            <a:r>
              <a:rPr lang="en-US" sz="2000" b="1" dirty="0">
                <a:solidFill>
                  <a:schemeClr val="accent1"/>
                </a:solidFill>
                <a:latin typeface="Ubuntu Sans Mono SemiBold" panose="020B0309030602030204" pitchFamily="49" charset="0"/>
              </a:rPr>
              <a:t>Results</a:t>
            </a:r>
            <a:endParaRPr lang="en-US" sz="2000" b="1" noProof="0" dirty="0">
              <a:solidFill>
                <a:schemeClr val="accent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21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266C-0900-1F5B-502A-FC054FB0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086104B8-0D48-CE89-2A17-54213D842FA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429719D-1AD1-5469-5406-C07DFBDAF69D}"/>
              </a:ext>
            </a:extLst>
          </p:cNvPr>
          <p:cNvSpPr/>
          <p:nvPr/>
        </p:nvSpPr>
        <p:spPr>
          <a:xfrm>
            <a:off x="615950" y="-661030"/>
            <a:ext cx="10960100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42E13-05AA-B6D4-FC3F-36D6567FE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3607DB-AB0A-07EF-E719-1C50D775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BAAF75-E2B8-8C78-EC40-8998A760E786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10515600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latin typeface="Ubuntu Sans Mono SemiBold" panose="020B0309030602030204" pitchFamily="49" charset="0"/>
              </a:rPr>
              <a:t>streamingMachineLearning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FA795F3-DB79-6A9B-E7D0-DAB2F77B8BBC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7229CA18-2865-B1FD-0EA4-420CE1036458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B6798B6-37C0-2E21-6845-9F081CBD80A7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Technical Background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5ECCC15-8BE8-7A6B-2704-BB27DE5D374F}"/>
              </a:ext>
            </a:extLst>
          </p:cNvPr>
          <p:cNvSpPr txBox="1"/>
          <p:nvPr/>
        </p:nvSpPr>
        <p:spPr>
          <a:xfrm>
            <a:off x="937517" y="1408220"/>
            <a:ext cx="3638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rgbClr val="82B2F8"/>
                </a:solidFill>
                <a:latin typeface="Ubuntu Sans SemiBold" pitchFamily="2" charset="0"/>
              </a:rPr>
              <a:t>OFFLINE Learning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ED5278CF-297A-A522-725F-BFA081E39381}"/>
              </a:ext>
            </a:extLst>
          </p:cNvPr>
          <p:cNvGrpSpPr/>
          <p:nvPr/>
        </p:nvGrpSpPr>
        <p:grpSpPr>
          <a:xfrm>
            <a:off x="1028069" y="2060113"/>
            <a:ext cx="5196328" cy="1962611"/>
            <a:chOff x="1028069" y="2356681"/>
            <a:chExt cx="5196328" cy="1962611"/>
          </a:xfrm>
        </p:grpSpPr>
        <p:pic>
          <p:nvPicPr>
            <p:cNvPr id="21" name="Immagine 20">
              <a:extLst>
                <a:ext uri="{FF2B5EF4-FFF2-40B4-BE49-F238E27FC236}">
                  <a16:creationId xmlns:a16="http://schemas.microsoft.com/office/drawing/2014/main" id="{0A5FFCC3-9358-35F4-B6C7-410D9A3A2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82" b="22936"/>
            <a:stretch>
              <a:fillRect/>
            </a:stretch>
          </p:blipFill>
          <p:spPr>
            <a:xfrm>
              <a:off x="1028069" y="2356681"/>
              <a:ext cx="5042374" cy="1962611"/>
            </a:xfrm>
            <a:prstGeom prst="rect">
              <a:avLst/>
            </a:prstGeom>
            <a:ln w="57150">
              <a:solidFill>
                <a:schemeClr val="tx1">
                  <a:lumMod val="10000"/>
                  <a:lumOff val="90000"/>
                </a:schemeClr>
              </a:solidFill>
            </a:ln>
          </p:spPr>
        </p:pic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23C43BA0-90EB-1189-10FE-A9CAA20FCCF8}"/>
                </a:ext>
              </a:extLst>
            </p:cNvPr>
            <p:cNvSpPr txBox="1"/>
            <p:nvPr/>
          </p:nvSpPr>
          <p:spPr>
            <a:xfrm>
              <a:off x="1140931" y="2500646"/>
              <a:ext cx="13419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noProof="0" dirty="0">
                  <a:latin typeface="Ubuntu Sans SemiBold" pitchFamily="2" charset="0"/>
                </a:rPr>
                <a:t>Batch analysis</a:t>
              </a:r>
            </a:p>
          </p:txBody>
        </p:sp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4356D0E9-26E9-DF66-2C26-C2944FB7F740}"/>
                </a:ext>
              </a:extLst>
            </p:cNvPr>
            <p:cNvSpPr txBox="1"/>
            <p:nvPr/>
          </p:nvSpPr>
          <p:spPr>
            <a:xfrm>
              <a:off x="1099502" y="3741805"/>
              <a:ext cx="1378326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Ubuntu Sans" pitchFamily="2" charset="0"/>
                </a:defRPr>
              </a:lvl1pPr>
            </a:lstStyle>
            <a:p>
              <a:r>
                <a:rPr lang="en-US" noProof="0" dirty="0"/>
                <a:t>Data points</a:t>
              </a: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19D133EE-4253-C84B-0C09-09582C0AEF4F}"/>
                </a:ext>
              </a:extLst>
            </p:cNvPr>
            <p:cNvSpPr txBox="1"/>
            <p:nvPr/>
          </p:nvSpPr>
          <p:spPr>
            <a:xfrm>
              <a:off x="2482850" y="3899590"/>
              <a:ext cx="121328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Database</a:t>
              </a:r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AC2871FE-B608-89CE-BAFF-E504F8F20B73}"/>
                </a:ext>
              </a:extLst>
            </p:cNvPr>
            <p:cNvSpPr txBox="1"/>
            <p:nvPr/>
          </p:nvSpPr>
          <p:spPr>
            <a:xfrm>
              <a:off x="3567023" y="3908473"/>
              <a:ext cx="1213285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Processing</a:t>
              </a:r>
            </a:p>
          </p:txBody>
        </p:sp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5FA0E701-5306-8C48-3DCC-88F366E3D87B}"/>
                </a:ext>
              </a:extLst>
            </p:cNvPr>
            <p:cNvSpPr txBox="1"/>
            <p:nvPr/>
          </p:nvSpPr>
          <p:spPr>
            <a:xfrm>
              <a:off x="3348338" y="2761742"/>
              <a:ext cx="1832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Data processed in batches from database</a:t>
              </a: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9CAA035A-A79C-95ED-E3A9-401DE0906E55}"/>
                </a:ext>
              </a:extLst>
            </p:cNvPr>
            <p:cNvSpPr txBox="1"/>
            <p:nvPr/>
          </p:nvSpPr>
          <p:spPr>
            <a:xfrm>
              <a:off x="4785331" y="4012919"/>
              <a:ext cx="14390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Analytics</a:t>
              </a:r>
              <a:endParaRPr lang="en-US" sz="1400" noProof="0" dirty="0">
                <a:latin typeface="Ubuntu Sans" pitchFamily="2" charset="0"/>
              </a:endParaRPr>
            </a:p>
          </p:txBody>
        </p:sp>
      </p:grp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F338747-C82C-5DCA-3BC1-E1A9CDA54AC5}"/>
              </a:ext>
            </a:extLst>
          </p:cNvPr>
          <p:cNvSpPr txBox="1"/>
          <p:nvPr/>
        </p:nvSpPr>
        <p:spPr>
          <a:xfrm>
            <a:off x="2127045" y="4188491"/>
            <a:ext cx="3943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Unsuitable for high-velocity data streams and models requiring continuous updates.</a:t>
            </a:r>
            <a:endParaRPr lang="en-US" sz="1600" noProof="0" dirty="0">
              <a:latin typeface="Ubuntu Sans" pitchFamily="2" charset="0"/>
            </a:endParaRPr>
          </a:p>
        </p:txBody>
      </p:sp>
      <p:sp>
        <p:nvSpPr>
          <p:cNvPr id="35" name="Freccia destra 34">
            <a:extLst>
              <a:ext uri="{FF2B5EF4-FFF2-40B4-BE49-F238E27FC236}">
                <a16:creationId xmlns:a16="http://schemas.microsoft.com/office/drawing/2014/main" id="{BE2A0BED-8BC8-FDBE-CD38-F953121BBEB4}"/>
              </a:ext>
            </a:extLst>
          </p:cNvPr>
          <p:cNvSpPr/>
          <p:nvPr/>
        </p:nvSpPr>
        <p:spPr>
          <a:xfrm>
            <a:off x="1015589" y="4246742"/>
            <a:ext cx="899708" cy="386623"/>
          </a:xfrm>
          <a:prstGeom prst="rightArrow">
            <a:avLst/>
          </a:prstGeom>
          <a:solidFill>
            <a:srgbClr val="CCDEF8"/>
          </a:solidFill>
          <a:ln>
            <a:solidFill>
              <a:srgbClr val="CCDE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68A2BB4-8098-7468-8263-8CFF78B6F8E2}"/>
              </a:ext>
            </a:extLst>
          </p:cNvPr>
          <p:cNvSpPr txBox="1"/>
          <p:nvPr/>
        </p:nvSpPr>
        <p:spPr>
          <a:xfrm>
            <a:off x="6423917" y="1408220"/>
            <a:ext cx="3638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82B2F8"/>
                </a:solidFill>
                <a:latin typeface="Ubuntu Sans SemiBold" pitchFamily="2" charset="0"/>
              </a:defRPr>
            </a:lvl1pPr>
          </a:lstStyle>
          <a:p>
            <a:r>
              <a:rPr lang="en-US" noProof="0" dirty="0"/>
              <a:t>ONLINE Learning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A333BC03-FE31-74C1-8FC3-6E3B544CFE9A}"/>
              </a:ext>
            </a:extLst>
          </p:cNvPr>
          <p:cNvSpPr txBox="1"/>
          <p:nvPr/>
        </p:nvSpPr>
        <p:spPr>
          <a:xfrm>
            <a:off x="7283728" y="4188491"/>
            <a:ext cx="3943398" cy="15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1" noProof="0" dirty="0">
                <a:latin typeface="Ubuntu Sans SemiBold" pitchFamily="2" charset="0"/>
              </a:rPr>
              <a:t>Single-pass: </a:t>
            </a:r>
            <a:r>
              <a:rPr lang="en-US" sz="1600" noProof="0" dirty="0">
                <a:latin typeface="Ubuntu Sans" pitchFamily="2" charset="0"/>
              </a:rPr>
              <a:t>Single-pass analysis</a:t>
            </a:r>
          </a:p>
          <a:p>
            <a:pPr>
              <a:lnSpc>
                <a:spcPct val="150000"/>
              </a:lnSpc>
            </a:pPr>
            <a:r>
              <a:rPr lang="en-US" sz="1600" noProof="0" dirty="0">
                <a:latin typeface="Ubuntu Sans" pitchFamily="2" charset="0"/>
              </a:rPr>
              <a:t>​</a:t>
            </a:r>
            <a:r>
              <a:rPr lang="en-US" sz="1600" b="1" i="1" noProof="0" dirty="0">
                <a:latin typeface="Ubuntu Sans SemiBold" pitchFamily="2" charset="0"/>
              </a:rPr>
              <a:t>Resource Efficiency: </a:t>
            </a:r>
            <a:r>
              <a:rPr lang="en-US" sz="1600" noProof="0" dirty="0">
                <a:latin typeface="Ubuntu Sans" pitchFamily="2" charset="0"/>
              </a:rPr>
              <a:t>Constant memory</a:t>
            </a:r>
          </a:p>
          <a:p>
            <a:pPr>
              <a:lnSpc>
                <a:spcPct val="150000"/>
              </a:lnSpc>
            </a:pPr>
            <a:r>
              <a:rPr lang="en-US" sz="1600" b="1" i="1" noProof="0" dirty="0">
                <a:latin typeface="Ubuntu Sans SemiBold" pitchFamily="2" charset="0"/>
              </a:rPr>
              <a:t>Real-time: </a:t>
            </a:r>
            <a:r>
              <a:rPr lang="en-US" sz="1600" noProof="0" dirty="0">
                <a:latin typeface="Ubuntu Sans" pitchFamily="2" charset="0"/>
              </a:rPr>
              <a:t>Instantaneous predictions</a:t>
            </a:r>
          </a:p>
          <a:p>
            <a:pPr>
              <a:lnSpc>
                <a:spcPct val="150000"/>
              </a:lnSpc>
            </a:pPr>
            <a:r>
              <a:rPr lang="en-US" sz="1600" b="1" i="1" noProof="0" dirty="0">
                <a:latin typeface="Ubuntu Sans SemiBold" pitchFamily="2" charset="0"/>
              </a:rPr>
              <a:t>Adaptation: </a:t>
            </a:r>
            <a:r>
              <a:rPr lang="en-US" sz="1600" noProof="0" dirty="0">
                <a:latin typeface="Ubuntu Sans" pitchFamily="2" charset="0"/>
              </a:rPr>
              <a:t>Resilience to Concept Drift </a:t>
            </a:r>
          </a:p>
        </p:txBody>
      </p:sp>
      <p:sp>
        <p:nvSpPr>
          <p:cNvPr id="41" name="Freccia destra 40">
            <a:extLst>
              <a:ext uri="{FF2B5EF4-FFF2-40B4-BE49-F238E27FC236}">
                <a16:creationId xmlns:a16="http://schemas.microsoft.com/office/drawing/2014/main" id="{E6492CD8-8775-A848-FF91-5DA4685D4A63}"/>
              </a:ext>
            </a:extLst>
          </p:cNvPr>
          <p:cNvSpPr/>
          <p:nvPr/>
        </p:nvSpPr>
        <p:spPr>
          <a:xfrm>
            <a:off x="6427848" y="4246742"/>
            <a:ext cx="640217" cy="386623"/>
          </a:xfrm>
          <a:prstGeom prst="rightArrow">
            <a:avLst/>
          </a:prstGeom>
          <a:solidFill>
            <a:srgbClr val="CCDEF8"/>
          </a:solidFill>
          <a:ln>
            <a:solidFill>
              <a:srgbClr val="CCDE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7" name="Immagine 36" descr="Immagine che contiene orologio&#10;&#10;Il contenuto generato dall'IA potrebbe non essere corretto.">
            <a:extLst>
              <a:ext uri="{FF2B5EF4-FFF2-40B4-BE49-F238E27FC236}">
                <a16:creationId xmlns:a16="http://schemas.microsoft.com/office/drawing/2014/main" id="{7EA2B0D9-72A4-6BDD-7B8D-B5ED11A2DD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3" b="7397"/>
          <a:stretch>
            <a:fillRect/>
          </a:stretch>
        </p:blipFill>
        <p:spPr>
          <a:xfrm>
            <a:off x="6463070" y="2060112"/>
            <a:ext cx="4702892" cy="1962611"/>
          </a:xfrm>
          <a:prstGeom prst="rect">
            <a:avLst/>
          </a:prstGeom>
          <a:ln w="57150">
            <a:solidFill>
              <a:schemeClr val="tx1">
                <a:lumMod val="10000"/>
                <a:lumOff val="90000"/>
              </a:schemeClr>
            </a:solidFill>
          </a:ln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F16EF03-2A71-4CD3-C275-AFBF80C67033}"/>
              </a:ext>
            </a:extLst>
          </p:cNvPr>
          <p:cNvSpPr txBox="1"/>
          <p:nvPr/>
        </p:nvSpPr>
        <p:spPr>
          <a:xfrm>
            <a:off x="6523989" y="2265634"/>
            <a:ext cx="131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Ubuntu Sans" pitchFamily="2" charset="0"/>
              </a:rPr>
              <a:t>Continuous data stream</a:t>
            </a:r>
          </a:p>
        </p:txBody>
      </p:sp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BC1AC90C-AE4D-0569-A9DE-3E15A21D05A7}"/>
              </a:ext>
            </a:extLst>
          </p:cNvPr>
          <p:cNvSpPr/>
          <p:nvPr/>
        </p:nvSpPr>
        <p:spPr>
          <a:xfrm>
            <a:off x="937517" y="6045747"/>
            <a:ext cx="3284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1974CAE-46A5-7703-E631-B92B4B8FDE7F}"/>
              </a:ext>
            </a:extLst>
          </p:cNvPr>
          <p:cNvSpPr txBox="1"/>
          <p:nvPr/>
        </p:nvSpPr>
        <p:spPr>
          <a:xfrm>
            <a:off x="9822682" y="2080968"/>
            <a:ext cx="1378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Ubuntu Sans" pitchFamily="2" charset="0"/>
              </a:rPr>
              <a:t>Up-to-date predictions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1A0AA58-D3D3-EBAB-1586-59399A152DF1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1</a:t>
            </a:r>
            <a:endParaRPr lang="en-US" noProof="0" dirty="0"/>
          </a:p>
        </p:txBody>
      </p:sp>
      <p:sp>
        <p:nvSpPr>
          <p:cNvPr id="10" name="!!velina">
            <a:extLst>
              <a:ext uri="{FF2B5EF4-FFF2-40B4-BE49-F238E27FC236}">
                <a16:creationId xmlns:a16="http://schemas.microsoft.com/office/drawing/2014/main" id="{0FB7EF8C-285D-2A6F-FC2F-E462DD31686F}"/>
              </a:ext>
            </a:extLst>
          </p:cNvPr>
          <p:cNvSpPr/>
          <p:nvPr/>
        </p:nvSpPr>
        <p:spPr>
          <a:xfrm>
            <a:off x="257199" y="-150611"/>
            <a:ext cx="11677603" cy="6106872"/>
          </a:xfrm>
          <a:prstGeom prst="rect">
            <a:avLst/>
          </a:prstGeom>
          <a:solidFill>
            <a:schemeClr val="tx1">
              <a:alpha val="857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3" name="popup drift">
            <a:extLst>
              <a:ext uri="{FF2B5EF4-FFF2-40B4-BE49-F238E27FC236}">
                <a16:creationId xmlns:a16="http://schemas.microsoft.com/office/drawing/2014/main" id="{5DD4C589-AF95-980B-4746-A85ABDEA4717}"/>
              </a:ext>
            </a:extLst>
          </p:cNvPr>
          <p:cNvGrpSpPr/>
          <p:nvPr/>
        </p:nvGrpSpPr>
        <p:grpSpPr>
          <a:xfrm>
            <a:off x="1832631" y="1156291"/>
            <a:ext cx="8447314" cy="4165702"/>
            <a:chOff x="1832631" y="716451"/>
            <a:chExt cx="8447314" cy="4165702"/>
          </a:xfrm>
        </p:grpSpPr>
        <p:sp>
          <p:nvSpPr>
            <p:cNvPr id="17" name="popup base">
              <a:extLst>
                <a:ext uri="{FF2B5EF4-FFF2-40B4-BE49-F238E27FC236}">
                  <a16:creationId xmlns:a16="http://schemas.microsoft.com/office/drawing/2014/main" id="{AAEE35E9-B83B-B3B9-1C17-E6EDF0EA9DC8}"/>
                </a:ext>
              </a:extLst>
            </p:cNvPr>
            <p:cNvSpPr/>
            <p:nvPr/>
          </p:nvSpPr>
          <p:spPr>
            <a:xfrm>
              <a:off x="1832631" y="716451"/>
              <a:ext cx="8447314" cy="4165702"/>
            </a:xfrm>
            <a:prstGeom prst="roundRect">
              <a:avLst>
                <a:gd name="adj" fmla="val 507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8" name="img bagging">
              <a:extLst>
                <a:ext uri="{FF2B5EF4-FFF2-40B4-BE49-F238E27FC236}">
                  <a16:creationId xmlns:a16="http://schemas.microsoft.com/office/drawing/2014/main" id="{2A729464-8D15-9BF8-776E-4EBEEE600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71" r="34907" b="11209"/>
            <a:stretch>
              <a:fillRect/>
            </a:stretch>
          </p:blipFill>
          <p:spPr>
            <a:xfrm>
              <a:off x="3010222" y="1522012"/>
              <a:ext cx="6092133" cy="2730428"/>
            </a:xfrm>
            <a:prstGeom prst="rect">
              <a:avLst/>
            </a:prstGeom>
          </p:spPr>
        </p:pic>
      </p:grpSp>
      <p:sp>
        <p:nvSpPr>
          <p:cNvPr id="49" name="drift title">
            <a:extLst>
              <a:ext uri="{FF2B5EF4-FFF2-40B4-BE49-F238E27FC236}">
                <a16:creationId xmlns:a16="http://schemas.microsoft.com/office/drawing/2014/main" id="{A21DA996-74D7-6232-C171-E8F49F67377D}"/>
              </a:ext>
            </a:extLst>
          </p:cNvPr>
          <p:cNvSpPr txBox="1"/>
          <p:nvPr/>
        </p:nvSpPr>
        <p:spPr>
          <a:xfrm>
            <a:off x="3751668" y="1289793"/>
            <a:ext cx="4688664" cy="500723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accent2">
                    <a:lumMod val="75000"/>
                  </a:schemeClr>
                </a:solidFill>
                <a:latin typeface="Ubuntu Sans SemiBold" pitchFamily="2" charset="0"/>
              </a:rPr>
              <a:t>Concept drift</a:t>
            </a:r>
          </a:p>
        </p:txBody>
      </p:sp>
    </p:spTree>
    <p:extLst>
      <p:ext uri="{BB962C8B-B14F-4D97-AF65-F5344CB8AC3E}">
        <p14:creationId xmlns:p14="http://schemas.microsoft.com/office/powerpoint/2010/main" val="100964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28CD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28CDD"/>
                                      </p:to>
                                    </p:animClr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28CDD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28CDD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35" grpId="0" animBg="1"/>
      <p:bldP spid="38" grpId="0" build="allAtOnce"/>
      <p:bldP spid="38" grpId="1" build="allAtOnce"/>
      <p:bldP spid="40" grpId="0"/>
      <p:bldP spid="41" grpId="0" animBg="1"/>
      <p:bldP spid="42" grpId="0"/>
      <p:bldP spid="3" grpId="0" animBg="1"/>
      <p:bldP spid="43" grpId="0"/>
      <p:bldP spid="10" grpId="0" animBg="1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D389-0ED6-5E7E-EF59-76B421C3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03CDB9A7-9FB2-8D5F-6C00-EC7A640D61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062F4FB-1A41-B959-D864-5F89E89CE2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89378" y="-661030"/>
            <a:ext cx="5786672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9C993-7295-6401-B33D-816A30CB5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CFE6DB-FC1E-2DB9-345C-AF242963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AA5D6D8-79E2-B15A-C085-A674B101A614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10515600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</a:rPr>
              <a:t>ensembleMethods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A06AEA6-B82A-2B2F-B3A0-41817DEA0683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C01DF73-A925-F1F5-DF72-F5702A6CB1E1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BB5DF68-90A1-7634-4B72-5F9FAAD019D6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Technical Background</a:t>
            </a:r>
          </a:p>
        </p:txBody>
      </p: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B4D5C9BF-392E-AF4C-1B28-E4FA74881817}"/>
              </a:ext>
            </a:extLst>
          </p:cNvPr>
          <p:cNvGrpSpPr/>
          <p:nvPr/>
        </p:nvGrpSpPr>
        <p:grpSpPr>
          <a:xfrm>
            <a:off x="6307696" y="715901"/>
            <a:ext cx="4750037" cy="4783536"/>
            <a:chOff x="6307696" y="715901"/>
            <a:chExt cx="4750037" cy="4783536"/>
          </a:xfrm>
        </p:grpSpPr>
        <p:sp>
          <p:nvSpPr>
            <p:cNvPr id="49" name="Oval 134">
              <a:extLst>
                <a:ext uri="{FF2B5EF4-FFF2-40B4-BE49-F238E27FC236}">
                  <a16:creationId xmlns:a16="http://schemas.microsoft.com/office/drawing/2014/main" id="{359EE11F-9D7D-6662-9533-1D005F67E1B1}"/>
                </a:ext>
              </a:extLst>
            </p:cNvPr>
            <p:cNvSpPr/>
            <p:nvPr/>
          </p:nvSpPr>
          <p:spPr>
            <a:xfrm>
              <a:off x="6307696" y="3254858"/>
              <a:ext cx="1504417" cy="726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solidFill>
                    <a:schemeClr val="bg1"/>
                  </a:solidFill>
                  <a:latin typeface="Ubuntu Sans Mono Medium" panose="020B0309030602030204" pitchFamily="49" charset="0"/>
                </a:rPr>
                <a:t>Learner 1</a:t>
              </a:r>
            </a:p>
          </p:txBody>
        </p:sp>
        <p:sp>
          <p:nvSpPr>
            <p:cNvPr id="50" name="Cylinder 135">
              <a:extLst>
                <a:ext uri="{FF2B5EF4-FFF2-40B4-BE49-F238E27FC236}">
                  <a16:creationId xmlns:a16="http://schemas.microsoft.com/office/drawing/2014/main" id="{2EA7997E-9EDB-32BF-711E-7A744A6A85DD}"/>
                </a:ext>
              </a:extLst>
            </p:cNvPr>
            <p:cNvSpPr/>
            <p:nvPr/>
          </p:nvSpPr>
          <p:spPr>
            <a:xfrm rot="10800000">
              <a:off x="8411339" y="1750492"/>
              <a:ext cx="540774" cy="796413"/>
            </a:xfrm>
            <a:prstGeom prst="can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1" name="Oval 136">
              <a:extLst>
                <a:ext uri="{FF2B5EF4-FFF2-40B4-BE49-F238E27FC236}">
                  <a16:creationId xmlns:a16="http://schemas.microsoft.com/office/drawing/2014/main" id="{844F8926-7D6F-FCEB-ECBC-9BEA09AE9016}"/>
                </a:ext>
              </a:extLst>
            </p:cNvPr>
            <p:cNvSpPr/>
            <p:nvPr/>
          </p:nvSpPr>
          <p:spPr>
            <a:xfrm>
              <a:off x="9549358" y="3260178"/>
              <a:ext cx="1508375" cy="726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solidFill>
                    <a:schemeClr val="bg1"/>
                  </a:solidFill>
                  <a:latin typeface="Ubuntu Sans Mono Medium" panose="020B0309030602030204" pitchFamily="49" charset="0"/>
                </a:rPr>
                <a:t>Learner 3</a:t>
              </a:r>
            </a:p>
          </p:txBody>
        </p:sp>
        <p:cxnSp>
          <p:nvCxnSpPr>
            <p:cNvPr id="52" name="Straight Arrow Connector 137">
              <a:extLst>
                <a:ext uri="{FF2B5EF4-FFF2-40B4-BE49-F238E27FC236}">
                  <a16:creationId xmlns:a16="http://schemas.microsoft.com/office/drawing/2014/main" id="{ACE7F96F-33C2-29A1-9753-9B5A4303B145}"/>
                </a:ext>
              </a:extLst>
            </p:cNvPr>
            <p:cNvCxnSpPr>
              <a:cxnSpLocks/>
              <a:stCxn id="50" idx="1"/>
              <a:endCxn id="49" idx="0"/>
            </p:cNvCxnSpPr>
            <p:nvPr/>
          </p:nvCxnSpPr>
          <p:spPr>
            <a:xfrm flipH="1">
              <a:off x="7059905" y="2546905"/>
              <a:ext cx="1621821" cy="707953"/>
            </a:xfrm>
            <a:prstGeom prst="straightConnector1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138">
              <a:extLst>
                <a:ext uri="{FF2B5EF4-FFF2-40B4-BE49-F238E27FC236}">
                  <a16:creationId xmlns:a16="http://schemas.microsoft.com/office/drawing/2014/main" id="{BA27794F-65F3-C980-8089-11B4E8291A17}"/>
                </a:ext>
              </a:extLst>
            </p:cNvPr>
            <p:cNvCxnSpPr>
              <a:cxnSpLocks/>
              <a:stCxn id="50" idx="1"/>
              <a:endCxn id="51" idx="0"/>
            </p:cNvCxnSpPr>
            <p:nvPr/>
          </p:nvCxnSpPr>
          <p:spPr>
            <a:xfrm>
              <a:off x="8681726" y="2546905"/>
              <a:ext cx="1621820" cy="713273"/>
            </a:xfrm>
            <a:prstGeom prst="straightConnector1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139">
              <a:extLst>
                <a:ext uri="{FF2B5EF4-FFF2-40B4-BE49-F238E27FC236}">
                  <a16:creationId xmlns:a16="http://schemas.microsoft.com/office/drawing/2014/main" id="{A7B421D1-FCDC-7535-EDF8-26B55FC4EF1C}"/>
                </a:ext>
              </a:extLst>
            </p:cNvPr>
            <p:cNvCxnSpPr>
              <a:cxnSpLocks/>
              <a:stCxn id="49" idx="4"/>
              <a:endCxn id="56" idx="1"/>
            </p:cNvCxnSpPr>
            <p:nvPr/>
          </p:nvCxnSpPr>
          <p:spPr>
            <a:xfrm>
              <a:off x="7059905" y="3981348"/>
              <a:ext cx="1494542" cy="7198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140">
              <a:extLst>
                <a:ext uri="{FF2B5EF4-FFF2-40B4-BE49-F238E27FC236}">
                  <a16:creationId xmlns:a16="http://schemas.microsoft.com/office/drawing/2014/main" id="{4325907E-412B-84C6-5966-18EA9EDD227F}"/>
                </a:ext>
              </a:extLst>
            </p:cNvPr>
            <p:cNvCxnSpPr>
              <a:cxnSpLocks/>
              <a:stCxn id="51" idx="4"/>
              <a:endCxn id="56" idx="7"/>
            </p:cNvCxnSpPr>
            <p:nvPr/>
          </p:nvCxnSpPr>
          <p:spPr>
            <a:xfrm flipH="1">
              <a:off x="8809005" y="3986668"/>
              <a:ext cx="1494541" cy="7144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Flowchart: Or 141">
              <a:extLst>
                <a:ext uri="{FF2B5EF4-FFF2-40B4-BE49-F238E27FC236}">
                  <a16:creationId xmlns:a16="http://schemas.microsoft.com/office/drawing/2014/main" id="{70F2593F-8B32-F131-837C-EEF75A3E5296}"/>
                </a:ext>
              </a:extLst>
            </p:cNvPr>
            <p:cNvSpPr/>
            <p:nvPr/>
          </p:nvSpPr>
          <p:spPr>
            <a:xfrm>
              <a:off x="8501726" y="4648438"/>
              <a:ext cx="360000" cy="360000"/>
            </a:xfrm>
            <a:prstGeom prst="flowChar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7" name="Straight Arrow Connector 142">
              <a:extLst>
                <a:ext uri="{FF2B5EF4-FFF2-40B4-BE49-F238E27FC236}">
                  <a16:creationId xmlns:a16="http://schemas.microsoft.com/office/drawing/2014/main" id="{67E1C3B5-3547-B748-5E70-C2E17DD0645A}"/>
                </a:ext>
              </a:extLst>
            </p:cNvPr>
            <p:cNvCxnSpPr>
              <a:cxnSpLocks/>
              <a:stCxn id="56" idx="4"/>
            </p:cNvCxnSpPr>
            <p:nvPr/>
          </p:nvCxnSpPr>
          <p:spPr>
            <a:xfrm>
              <a:off x="8681726" y="5008438"/>
              <a:ext cx="0" cy="45768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144">
              <a:extLst>
                <a:ext uri="{FF2B5EF4-FFF2-40B4-BE49-F238E27FC236}">
                  <a16:creationId xmlns:a16="http://schemas.microsoft.com/office/drawing/2014/main" id="{BCE8A305-90A8-2562-6550-26F9AA5A8514}"/>
                </a:ext>
              </a:extLst>
            </p:cNvPr>
            <p:cNvSpPr/>
            <p:nvPr/>
          </p:nvSpPr>
          <p:spPr>
            <a:xfrm>
              <a:off x="7927538" y="3226917"/>
              <a:ext cx="1508375" cy="726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solidFill>
                    <a:schemeClr val="bg1"/>
                  </a:solidFill>
                  <a:latin typeface="Ubuntu Sans Mono Medium" panose="020B0309030602030204" pitchFamily="49" charset="0"/>
                </a:rPr>
                <a:t>Learner 2</a:t>
              </a:r>
            </a:p>
          </p:txBody>
        </p:sp>
        <p:cxnSp>
          <p:nvCxnSpPr>
            <p:cNvPr id="60" name="Straight Arrow Connector 145">
              <a:extLst>
                <a:ext uri="{FF2B5EF4-FFF2-40B4-BE49-F238E27FC236}">
                  <a16:creationId xmlns:a16="http://schemas.microsoft.com/office/drawing/2014/main" id="{523A683E-8D4C-509F-976F-62ED119A4F76}"/>
                </a:ext>
              </a:extLst>
            </p:cNvPr>
            <p:cNvCxnSpPr>
              <a:cxnSpLocks/>
              <a:stCxn id="50" idx="1"/>
              <a:endCxn id="59" idx="0"/>
            </p:cNvCxnSpPr>
            <p:nvPr/>
          </p:nvCxnSpPr>
          <p:spPr>
            <a:xfrm>
              <a:off x="8681726" y="2546905"/>
              <a:ext cx="0" cy="680012"/>
            </a:xfrm>
            <a:prstGeom prst="straightConnector1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146">
              <a:extLst>
                <a:ext uri="{FF2B5EF4-FFF2-40B4-BE49-F238E27FC236}">
                  <a16:creationId xmlns:a16="http://schemas.microsoft.com/office/drawing/2014/main" id="{AD1C7DF5-F6AB-F888-B706-06B8DD1D59CF}"/>
                </a:ext>
              </a:extLst>
            </p:cNvPr>
            <p:cNvCxnSpPr>
              <a:cxnSpLocks/>
              <a:stCxn id="59" idx="4"/>
              <a:endCxn id="56" idx="0"/>
            </p:cNvCxnSpPr>
            <p:nvPr/>
          </p:nvCxnSpPr>
          <p:spPr>
            <a:xfrm>
              <a:off x="8681726" y="3953407"/>
              <a:ext cx="0" cy="695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147">
              <a:extLst>
                <a:ext uri="{FF2B5EF4-FFF2-40B4-BE49-F238E27FC236}">
                  <a16:creationId xmlns:a16="http://schemas.microsoft.com/office/drawing/2014/main" id="{91F49735-684B-1669-0B6F-EA0CE998D354}"/>
                </a:ext>
              </a:extLst>
            </p:cNvPr>
            <p:cNvSpPr txBox="1"/>
            <p:nvPr/>
          </p:nvSpPr>
          <p:spPr>
            <a:xfrm>
              <a:off x="6932626" y="4164816"/>
              <a:ext cx="401072" cy="246221"/>
            </a:xfrm>
            <a:prstGeom prst="rect">
              <a:avLst/>
            </a:prstGeom>
            <a:solidFill>
              <a:srgbClr val="F0D3B8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00" noProof="0" dirty="0">
                  <a:solidFill>
                    <a:srgbClr val="704E2E"/>
                  </a:solidFill>
                  <a:latin typeface="Ubuntu Sans Mono Medium" panose="020B0309030602030204" pitchFamily="49" charset="0"/>
                </a:rPr>
                <a:t>YES</a:t>
              </a:r>
            </a:p>
          </p:txBody>
        </p:sp>
        <p:sp>
          <p:nvSpPr>
            <p:cNvPr id="63" name="TextBox 149">
              <a:extLst>
                <a:ext uri="{FF2B5EF4-FFF2-40B4-BE49-F238E27FC236}">
                  <a16:creationId xmlns:a16="http://schemas.microsoft.com/office/drawing/2014/main" id="{EE37A4B4-3D64-15FA-59CC-2055D60FFD1C}"/>
                </a:ext>
              </a:extLst>
            </p:cNvPr>
            <p:cNvSpPr txBox="1"/>
            <p:nvPr/>
          </p:nvSpPr>
          <p:spPr>
            <a:xfrm>
              <a:off x="8738515" y="4061957"/>
              <a:ext cx="400569" cy="246221"/>
            </a:xfrm>
            <a:prstGeom prst="rect">
              <a:avLst/>
            </a:prstGeom>
            <a:solidFill>
              <a:srgbClr val="704E2E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00">
                  <a:solidFill>
                    <a:srgbClr val="704E2E"/>
                  </a:solidFill>
                  <a:latin typeface="Ubuntu Sans Mono Medium" panose="020B0309030602030204" pitchFamily="49" charset="0"/>
                </a:defRPr>
              </a:lvl1pPr>
            </a:lstStyle>
            <a:p>
              <a:pPr algn="ctr"/>
              <a:r>
                <a:rPr lang="en-US" noProof="0" dirty="0">
                  <a:solidFill>
                    <a:srgbClr val="F0D3B8"/>
                  </a:solidFill>
                  <a:latin typeface="Ubuntu Sans Medium" pitchFamily="2" charset="0"/>
                </a:rPr>
                <a:t>NO</a:t>
              </a:r>
            </a:p>
          </p:txBody>
        </p:sp>
        <p:sp>
          <p:nvSpPr>
            <p:cNvPr id="67" name="TextBox 147">
              <a:extLst>
                <a:ext uri="{FF2B5EF4-FFF2-40B4-BE49-F238E27FC236}">
                  <a16:creationId xmlns:a16="http://schemas.microsoft.com/office/drawing/2014/main" id="{ED919F9E-CBA8-E4D6-AA9B-3467423F8BC8}"/>
                </a:ext>
              </a:extLst>
            </p:cNvPr>
            <p:cNvSpPr txBox="1"/>
            <p:nvPr/>
          </p:nvSpPr>
          <p:spPr>
            <a:xfrm>
              <a:off x="10157032" y="4122248"/>
              <a:ext cx="401072" cy="246221"/>
            </a:xfrm>
            <a:prstGeom prst="rect">
              <a:avLst/>
            </a:prstGeom>
            <a:solidFill>
              <a:srgbClr val="F0D3B8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00" noProof="0" dirty="0">
                  <a:solidFill>
                    <a:srgbClr val="704E2E"/>
                  </a:solidFill>
                  <a:latin typeface="Ubuntu Sans Mono Medium" panose="020B0309030602030204" pitchFamily="49" charset="0"/>
                </a:rPr>
                <a:t>YES</a:t>
              </a:r>
            </a:p>
          </p:txBody>
        </p:sp>
        <p:sp>
          <p:nvSpPr>
            <p:cNvPr id="68" name="TextBox 147">
              <a:extLst>
                <a:ext uri="{FF2B5EF4-FFF2-40B4-BE49-F238E27FC236}">
                  <a16:creationId xmlns:a16="http://schemas.microsoft.com/office/drawing/2014/main" id="{996694DD-37A3-ACB8-86E4-F6FDAB321002}"/>
                </a:ext>
              </a:extLst>
            </p:cNvPr>
            <p:cNvSpPr txBox="1"/>
            <p:nvPr/>
          </p:nvSpPr>
          <p:spPr>
            <a:xfrm>
              <a:off x="8773400" y="5253216"/>
              <a:ext cx="401072" cy="246221"/>
            </a:xfrm>
            <a:prstGeom prst="rect">
              <a:avLst/>
            </a:prstGeom>
            <a:solidFill>
              <a:srgbClr val="F0D3B8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00" noProof="0" dirty="0">
                  <a:solidFill>
                    <a:srgbClr val="704E2E"/>
                  </a:solidFill>
                  <a:latin typeface="Ubuntu Sans Mono Medium" panose="020B0309030602030204" pitchFamily="49" charset="0"/>
                </a:rPr>
                <a:t>YES</a:t>
              </a:r>
            </a:p>
          </p:txBody>
        </p:sp>
        <p:pic>
          <p:nvPicPr>
            <p:cNvPr id="69" name="Immagine 68">
              <a:extLst>
                <a:ext uri="{FF2B5EF4-FFF2-40B4-BE49-F238E27FC236}">
                  <a16:creationId xmlns:a16="http://schemas.microsoft.com/office/drawing/2014/main" id="{D9554401-8AFA-2143-D64A-6792A72B3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71172" y="715901"/>
              <a:ext cx="1003300" cy="1028700"/>
            </a:xfrm>
            <a:prstGeom prst="rect">
              <a:avLst/>
            </a:prstGeom>
          </p:spPr>
        </p:pic>
      </p:grpSp>
      <p:grpSp>
        <p:nvGrpSpPr>
          <p:cNvPr id="91" name="Gruppo 90">
            <a:extLst>
              <a:ext uri="{FF2B5EF4-FFF2-40B4-BE49-F238E27FC236}">
                <a16:creationId xmlns:a16="http://schemas.microsoft.com/office/drawing/2014/main" id="{0D2FE7AD-F3DC-F15C-5C56-4AC2EA310A21}"/>
              </a:ext>
            </a:extLst>
          </p:cNvPr>
          <p:cNvGrpSpPr/>
          <p:nvPr/>
        </p:nvGrpSpPr>
        <p:grpSpPr>
          <a:xfrm>
            <a:off x="1334715" y="1594282"/>
            <a:ext cx="3432309" cy="955639"/>
            <a:chOff x="1334715" y="1594282"/>
            <a:chExt cx="3432309" cy="955639"/>
          </a:xfrm>
        </p:grpSpPr>
        <p:sp>
          <p:nvSpPr>
            <p:cNvPr id="48" name="Ovale 47" descr="Family with two children with solid fill">
              <a:extLst>
                <a:ext uri="{FF2B5EF4-FFF2-40B4-BE49-F238E27FC236}">
                  <a16:creationId xmlns:a16="http://schemas.microsoft.com/office/drawing/2014/main" id="{700854AC-32CF-900D-964C-2A341CDB1599}"/>
                </a:ext>
              </a:extLst>
            </p:cNvPr>
            <p:cNvSpPr/>
            <p:nvPr/>
          </p:nvSpPr>
          <p:spPr>
            <a:xfrm>
              <a:off x="1334715" y="1614901"/>
              <a:ext cx="916299" cy="91440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noProof="0" dirty="0"/>
            </a:p>
          </p:txBody>
        </p:sp>
        <p:grpSp>
          <p:nvGrpSpPr>
            <p:cNvPr id="75" name="Gruppo 74">
              <a:extLst>
                <a:ext uri="{FF2B5EF4-FFF2-40B4-BE49-F238E27FC236}">
                  <a16:creationId xmlns:a16="http://schemas.microsoft.com/office/drawing/2014/main" id="{042631BA-5677-389A-F1F6-CE8A1F4815DB}"/>
                </a:ext>
              </a:extLst>
            </p:cNvPr>
            <p:cNvGrpSpPr/>
            <p:nvPr/>
          </p:nvGrpSpPr>
          <p:grpSpPr>
            <a:xfrm>
              <a:off x="2521401" y="1594282"/>
              <a:ext cx="2245623" cy="955639"/>
              <a:chOff x="2312326" y="1569491"/>
              <a:chExt cx="2245623" cy="955639"/>
            </a:xfrm>
          </p:grpSpPr>
          <p:sp>
            <p:nvSpPr>
              <p:cNvPr id="70" name="CasellaDiTesto 69">
                <a:extLst>
                  <a:ext uri="{FF2B5EF4-FFF2-40B4-BE49-F238E27FC236}">
                    <a16:creationId xmlns:a16="http://schemas.microsoft.com/office/drawing/2014/main" id="{79CC637E-DBE1-EA2F-A50E-E2341B9268F2}"/>
                  </a:ext>
                </a:extLst>
              </p:cNvPr>
              <p:cNvSpPr txBox="1"/>
              <p:nvPr/>
            </p:nvSpPr>
            <p:spPr>
              <a:xfrm>
                <a:off x="2312326" y="1569491"/>
                <a:ext cx="12596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accent1"/>
                    </a:solidFill>
                    <a:latin typeface="Ubuntu Sans SemiBold" pitchFamily="2" charset="0"/>
                  </a:rPr>
                  <a:t>Diversity</a:t>
                </a:r>
              </a:p>
            </p:txBody>
          </p:sp>
          <p:sp>
            <p:nvSpPr>
              <p:cNvPr id="74" name="CasellaDiTesto 73">
                <a:extLst>
                  <a:ext uri="{FF2B5EF4-FFF2-40B4-BE49-F238E27FC236}">
                    <a16:creationId xmlns:a16="http://schemas.microsoft.com/office/drawing/2014/main" id="{128A2035-1D6E-E48B-F932-AC8569D40766}"/>
                  </a:ext>
                </a:extLst>
              </p:cNvPr>
              <p:cNvSpPr txBox="1"/>
              <p:nvPr/>
            </p:nvSpPr>
            <p:spPr>
              <a:xfrm>
                <a:off x="2312326" y="1940355"/>
                <a:ext cx="224562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dirty="0">
                    <a:solidFill>
                      <a:schemeClr val="bg1">
                        <a:lumMod val="85000"/>
                      </a:schemeClr>
                    </a:solidFill>
                  </a:rPr>
                  <a:t>Error reduction via aggregation</a:t>
                </a:r>
                <a:endParaRPr lang="en-US" sz="16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p:grpSp>
      </p:grpSp>
      <p:grpSp>
        <p:nvGrpSpPr>
          <p:cNvPr id="92" name="Gruppo 91">
            <a:extLst>
              <a:ext uri="{FF2B5EF4-FFF2-40B4-BE49-F238E27FC236}">
                <a16:creationId xmlns:a16="http://schemas.microsoft.com/office/drawing/2014/main" id="{9CE66C7E-9BE1-D5D9-F6A4-CBC2A10301EB}"/>
              </a:ext>
            </a:extLst>
          </p:cNvPr>
          <p:cNvGrpSpPr/>
          <p:nvPr/>
        </p:nvGrpSpPr>
        <p:grpSpPr>
          <a:xfrm>
            <a:off x="1334715" y="2934642"/>
            <a:ext cx="3261165" cy="1028466"/>
            <a:chOff x="1334715" y="2934642"/>
            <a:chExt cx="3261165" cy="1028466"/>
          </a:xfrm>
        </p:grpSpPr>
        <p:grpSp>
          <p:nvGrpSpPr>
            <p:cNvPr id="77" name="Gruppo 76">
              <a:extLst>
                <a:ext uri="{FF2B5EF4-FFF2-40B4-BE49-F238E27FC236}">
                  <a16:creationId xmlns:a16="http://schemas.microsoft.com/office/drawing/2014/main" id="{6CD54F8F-8ECF-9EF4-3DE5-CB07B5E24F39}"/>
                </a:ext>
              </a:extLst>
            </p:cNvPr>
            <p:cNvGrpSpPr/>
            <p:nvPr/>
          </p:nvGrpSpPr>
          <p:grpSpPr>
            <a:xfrm>
              <a:off x="2521400" y="2947445"/>
              <a:ext cx="2074480" cy="1015663"/>
              <a:chOff x="2312325" y="1569491"/>
              <a:chExt cx="2074480" cy="1015663"/>
            </a:xfrm>
          </p:grpSpPr>
          <p:sp>
            <p:nvSpPr>
              <p:cNvPr id="78" name="CasellaDiTesto 77">
                <a:extLst>
                  <a:ext uri="{FF2B5EF4-FFF2-40B4-BE49-F238E27FC236}">
                    <a16:creationId xmlns:a16="http://schemas.microsoft.com/office/drawing/2014/main" id="{EB8535A7-34AF-E659-0B0E-44527EA8FB9C}"/>
                  </a:ext>
                </a:extLst>
              </p:cNvPr>
              <p:cNvSpPr txBox="1"/>
              <p:nvPr/>
            </p:nvSpPr>
            <p:spPr>
              <a:xfrm>
                <a:off x="2312325" y="1569491"/>
                <a:ext cx="207448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accent1"/>
                    </a:solidFill>
                    <a:latin typeface="Ubuntu Sans SemiBold" pitchFamily="2" charset="0"/>
                  </a:rPr>
                  <a:t>Robustness</a:t>
                </a:r>
              </a:p>
              <a:p>
                <a:endParaRPr lang="en-US" sz="2000" b="1" noProof="0" dirty="0">
                  <a:solidFill>
                    <a:schemeClr val="accent1"/>
                  </a:solidFill>
                  <a:latin typeface="Ubuntu Sans SemiBold" pitchFamily="2" charset="0"/>
                </a:endParaRPr>
              </a:p>
              <a:p>
                <a:endParaRPr lang="en-US" sz="2000" b="1" noProof="0" dirty="0">
                  <a:solidFill>
                    <a:schemeClr val="accent1"/>
                  </a:solidFill>
                  <a:latin typeface="Ubuntu Sans SemiBold" pitchFamily="2" charset="0"/>
                </a:endParaRPr>
              </a:p>
            </p:txBody>
          </p:sp>
          <p:sp>
            <p:nvSpPr>
              <p:cNvPr id="79" name="CasellaDiTesto 78">
                <a:extLst>
                  <a:ext uri="{FF2B5EF4-FFF2-40B4-BE49-F238E27FC236}">
                    <a16:creationId xmlns:a16="http://schemas.microsoft.com/office/drawing/2014/main" id="{9E9BE90F-5595-A79D-D9BB-DBC08060B701}"/>
                  </a:ext>
                </a:extLst>
              </p:cNvPr>
              <p:cNvSpPr txBox="1"/>
              <p:nvPr/>
            </p:nvSpPr>
            <p:spPr>
              <a:xfrm>
                <a:off x="2312326" y="1940355"/>
                <a:ext cx="20744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noProof="0" dirty="0">
                    <a:solidFill>
                      <a:schemeClr val="bg1">
                        <a:lumMod val="85000"/>
                      </a:schemeClr>
                    </a:solidFill>
                    <a:latin typeface="Ubuntu Sans" pitchFamily="2" charset="0"/>
                  </a:rPr>
                  <a:t>Enhanced noise tolerance.</a:t>
                </a:r>
              </a:p>
            </p:txBody>
          </p:sp>
        </p:grpSp>
        <p:sp>
          <p:nvSpPr>
            <p:cNvPr id="80" name="Ovale 79" descr="Shield Tick with solid fill">
              <a:extLst>
                <a:ext uri="{FF2B5EF4-FFF2-40B4-BE49-F238E27FC236}">
                  <a16:creationId xmlns:a16="http://schemas.microsoft.com/office/drawing/2014/main" id="{5A70AF10-1377-45D1-DA8E-EC8FA35984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4715" y="2934642"/>
              <a:ext cx="914400" cy="91440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grpSp>
        <p:nvGrpSpPr>
          <p:cNvPr id="93" name="Gruppo 92">
            <a:extLst>
              <a:ext uri="{FF2B5EF4-FFF2-40B4-BE49-F238E27FC236}">
                <a16:creationId xmlns:a16="http://schemas.microsoft.com/office/drawing/2014/main" id="{A3B7B4EA-0401-07BE-C0C2-990125ED544E}"/>
              </a:ext>
            </a:extLst>
          </p:cNvPr>
          <p:cNvGrpSpPr/>
          <p:nvPr/>
        </p:nvGrpSpPr>
        <p:grpSpPr>
          <a:xfrm>
            <a:off x="1349158" y="4254383"/>
            <a:ext cx="3640225" cy="1121912"/>
            <a:chOff x="1349158" y="4254383"/>
            <a:chExt cx="3640225" cy="1121912"/>
          </a:xfrm>
        </p:grpSpPr>
        <p:grpSp>
          <p:nvGrpSpPr>
            <p:cNvPr id="81" name="Gruppo 80">
              <a:extLst>
                <a:ext uri="{FF2B5EF4-FFF2-40B4-BE49-F238E27FC236}">
                  <a16:creationId xmlns:a16="http://schemas.microsoft.com/office/drawing/2014/main" id="{CC8AF66E-55DD-CD05-562F-B3D326D59BFD}"/>
                </a:ext>
              </a:extLst>
            </p:cNvPr>
            <p:cNvGrpSpPr/>
            <p:nvPr/>
          </p:nvGrpSpPr>
          <p:grpSpPr>
            <a:xfrm>
              <a:off x="2521400" y="4360632"/>
              <a:ext cx="2467983" cy="1015663"/>
              <a:chOff x="2312325" y="1569491"/>
              <a:chExt cx="2467983" cy="1015663"/>
            </a:xfrm>
          </p:grpSpPr>
          <p:sp>
            <p:nvSpPr>
              <p:cNvPr id="82" name="CasellaDiTesto 81">
                <a:extLst>
                  <a:ext uri="{FF2B5EF4-FFF2-40B4-BE49-F238E27FC236}">
                    <a16:creationId xmlns:a16="http://schemas.microsoft.com/office/drawing/2014/main" id="{C47D6F2F-8C58-BBA9-75FF-9784831CBEA3}"/>
                  </a:ext>
                </a:extLst>
              </p:cNvPr>
              <p:cNvSpPr txBox="1"/>
              <p:nvPr/>
            </p:nvSpPr>
            <p:spPr>
              <a:xfrm>
                <a:off x="2312325" y="1569491"/>
                <a:ext cx="207448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>
                    <a:solidFill>
                      <a:schemeClr val="accent1"/>
                    </a:solidFill>
                    <a:latin typeface="Ubuntu Sans SemiBold" pitchFamily="2" charset="0"/>
                  </a:rPr>
                  <a:t>Flexibility</a:t>
                </a:r>
              </a:p>
              <a:p>
                <a:endParaRPr lang="en-US" sz="2000" b="1" noProof="0" dirty="0">
                  <a:solidFill>
                    <a:schemeClr val="accent1"/>
                  </a:solidFill>
                  <a:latin typeface="Ubuntu Sans SemiBold" pitchFamily="2" charset="0"/>
                </a:endParaRPr>
              </a:p>
              <a:p>
                <a:endParaRPr lang="en-US" sz="2000" b="1" noProof="0" dirty="0">
                  <a:solidFill>
                    <a:schemeClr val="accent1"/>
                  </a:solidFill>
                  <a:latin typeface="Ubuntu Sans SemiBold" pitchFamily="2" charset="0"/>
                </a:endParaRPr>
              </a:p>
            </p:txBody>
          </p:sp>
          <p:sp>
            <p:nvSpPr>
              <p:cNvPr id="83" name="CasellaDiTesto 82">
                <a:extLst>
                  <a:ext uri="{FF2B5EF4-FFF2-40B4-BE49-F238E27FC236}">
                    <a16:creationId xmlns:a16="http://schemas.microsoft.com/office/drawing/2014/main" id="{B445C55F-3910-9686-4A65-7ADCFB8FBC92}"/>
                  </a:ext>
                </a:extLst>
              </p:cNvPr>
              <p:cNvSpPr txBox="1"/>
              <p:nvPr/>
            </p:nvSpPr>
            <p:spPr>
              <a:xfrm>
                <a:off x="2312326" y="1940355"/>
                <a:ext cx="246798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noProof="0" dirty="0">
                    <a:solidFill>
                      <a:schemeClr val="bg1">
                        <a:lumMod val="85000"/>
                      </a:schemeClr>
                    </a:solidFill>
                    <a:latin typeface="Ubuntu Sans" pitchFamily="2" charset="0"/>
                  </a:rPr>
                  <a:t>Selective updates of weak </a:t>
                </a:r>
                <a:r>
                  <a:rPr lang="en-US" sz="1600" noProof="0" dirty="0" err="1">
                    <a:solidFill>
                      <a:schemeClr val="bg1">
                        <a:lumMod val="85000"/>
                      </a:schemeClr>
                    </a:solidFill>
                    <a:latin typeface="Ubuntu Sans" pitchFamily="2" charset="0"/>
                  </a:rPr>
                  <a:t>learnerrs</a:t>
                </a:r>
                <a:endParaRPr lang="en-US" sz="1600" noProof="0" dirty="0">
                  <a:solidFill>
                    <a:schemeClr val="bg1">
                      <a:lumMod val="85000"/>
                    </a:schemeClr>
                  </a:solidFill>
                  <a:latin typeface="Ubuntu Sans" pitchFamily="2" charset="0"/>
                </a:endParaRPr>
              </a:p>
            </p:txBody>
          </p:sp>
        </p:grpSp>
        <p:sp>
          <p:nvSpPr>
            <p:cNvPr id="85" name="Ovale 84" descr="Repeat with solid fill">
              <a:extLst>
                <a:ext uri="{FF2B5EF4-FFF2-40B4-BE49-F238E27FC236}">
                  <a16:creationId xmlns:a16="http://schemas.microsoft.com/office/drawing/2014/main" id="{B66259EC-C8EF-8408-CA82-282BB7103268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349158" y="4254383"/>
              <a:ext cx="883914" cy="91440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97C17B32-FBB7-B782-A181-9C47331230AD}"/>
              </a:ext>
            </a:extLst>
          </p:cNvPr>
          <p:cNvSpPr txBox="1"/>
          <p:nvPr/>
        </p:nvSpPr>
        <p:spPr>
          <a:xfrm rot="16200000">
            <a:off x="8779851" y="2808945"/>
            <a:ext cx="5169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Example of prediction of an ensemble with 3 base learners</a:t>
            </a:r>
          </a:p>
        </p:txBody>
      </p:sp>
      <p:sp>
        <p:nvSpPr>
          <p:cNvPr id="95" name="Triangolo rettangolo 2">
            <a:extLst>
              <a:ext uri="{FF2B5EF4-FFF2-40B4-BE49-F238E27FC236}">
                <a16:creationId xmlns:a16="http://schemas.microsoft.com/office/drawing/2014/main" id="{5499B094-34F8-3993-4885-98C6EE5894D8}"/>
              </a:ext>
            </a:extLst>
          </p:cNvPr>
          <p:cNvSpPr/>
          <p:nvPr/>
        </p:nvSpPr>
        <p:spPr>
          <a:xfrm>
            <a:off x="928195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380AE7F6-4836-32A7-DE53-4D21382E413B}"/>
              </a:ext>
            </a:extLst>
          </p:cNvPr>
          <p:cNvSpPr/>
          <p:nvPr/>
        </p:nvSpPr>
        <p:spPr>
          <a:xfrm>
            <a:off x="912501" y="5931603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5782366-D08D-3EBF-2758-D418CAAEBA6D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38619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9" grpId="0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E1900-759B-7D46-2D14-73350C93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2A62A5B3-1EB0-186E-DF51-AE79D7D8F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773E78A-EDA4-B44F-EAA1-2769F9E0D5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950" y="-661030"/>
            <a:ext cx="10960100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73334-02A6-2248-EDF6-48B243E4E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FC11A1-360A-ABCD-40BC-1327902D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9EB77F1-3045-03DB-A5AF-AA8668668370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4559300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Ubuntu Sans Mono SemiBold" panose="020B0309030602030204" pitchFamily="49" charset="0"/>
              </a:rPr>
              <a:t>the</a:t>
            </a:r>
            <a:r>
              <a:rPr lang="en-US" sz="3600" b="1" noProof="0" dirty="0">
                <a:latin typeface="Ubuntu Sans Mono SemiBold" panose="020B0309030602030204" pitchFamily="49" charset="0"/>
              </a:rPr>
              <a:t>Models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27515AF-6219-4A6C-628A-6B4F5BFF032E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0C1BB86-993D-541B-027B-A9E9BEC65A61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8F0B589-C0C7-9C7C-EC6C-1C0BF663805F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Technical Background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E0F1003C-92CB-378E-903A-3C944FD4F789}"/>
              </a:ext>
            </a:extLst>
          </p:cNvPr>
          <p:cNvSpPr/>
          <p:nvPr/>
        </p:nvSpPr>
        <p:spPr>
          <a:xfrm>
            <a:off x="912501" y="5963133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79B91EC7-7A4A-0C1B-C914-8B08A19B0EFC}"/>
              </a:ext>
            </a:extLst>
          </p:cNvPr>
          <p:cNvSpPr/>
          <p:nvPr/>
        </p:nvSpPr>
        <p:spPr>
          <a:xfrm rot="5400000">
            <a:off x="736011" y="6183302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BEBA893-D569-5915-0510-752C65ACA756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1</a:t>
            </a:r>
            <a:endParaRPr lang="en-US" noProof="0" dirty="0"/>
          </a:p>
        </p:txBody>
      </p:sp>
      <p:grpSp>
        <p:nvGrpSpPr>
          <p:cNvPr id="81" name="Gruppo 80">
            <a:extLst>
              <a:ext uri="{FF2B5EF4-FFF2-40B4-BE49-F238E27FC236}">
                <a16:creationId xmlns:a16="http://schemas.microsoft.com/office/drawing/2014/main" id="{5F43F810-E1FE-F83F-0F80-5BA09FC026A2}"/>
              </a:ext>
            </a:extLst>
          </p:cNvPr>
          <p:cNvGrpSpPr/>
          <p:nvPr/>
        </p:nvGrpSpPr>
        <p:grpSpPr>
          <a:xfrm>
            <a:off x="1671441" y="1537842"/>
            <a:ext cx="4882113" cy="1327868"/>
            <a:chOff x="1671441" y="1537842"/>
            <a:chExt cx="4882113" cy="1327868"/>
          </a:xfrm>
        </p:grpSpPr>
        <p:sp>
          <p:nvSpPr>
            <p:cNvPr id="70" name="Rettangolo 69">
              <a:extLst>
                <a:ext uri="{FF2B5EF4-FFF2-40B4-BE49-F238E27FC236}">
                  <a16:creationId xmlns:a16="http://schemas.microsoft.com/office/drawing/2014/main" id="{536681A4-71EA-1796-EBFC-05D703BD7353}"/>
                </a:ext>
              </a:extLst>
            </p:cNvPr>
            <p:cNvSpPr/>
            <p:nvPr/>
          </p:nvSpPr>
          <p:spPr>
            <a:xfrm>
              <a:off x="1671441" y="1537842"/>
              <a:ext cx="4424559" cy="13278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4" name="Freccia destra 73">
              <a:extLst>
                <a:ext uri="{FF2B5EF4-FFF2-40B4-BE49-F238E27FC236}">
                  <a16:creationId xmlns:a16="http://schemas.microsoft.com/office/drawing/2014/main" id="{2D2576FB-4E9F-A7A2-EDCF-8C8DA7B58CE8}"/>
                </a:ext>
              </a:extLst>
            </p:cNvPr>
            <p:cNvSpPr/>
            <p:nvPr/>
          </p:nvSpPr>
          <p:spPr>
            <a:xfrm>
              <a:off x="6096000" y="2025857"/>
              <a:ext cx="457554" cy="386623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BC201CB-050E-2E28-1E3C-C27D709EB563}"/>
              </a:ext>
            </a:extLst>
          </p:cNvPr>
          <p:cNvSpPr txBox="1"/>
          <p:nvPr/>
        </p:nvSpPr>
        <p:spPr>
          <a:xfrm>
            <a:off x="1959773" y="1613932"/>
            <a:ext cx="76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chemeClr val="accent1"/>
                </a:solidFill>
                <a:latin typeface="Ubuntu Sans SemiBold" pitchFamily="2" charset="0"/>
              </a:rPr>
              <a:t>SRP</a:t>
            </a:r>
          </a:p>
        </p:txBody>
      </p:sp>
      <p:grpSp>
        <p:nvGrpSpPr>
          <p:cNvPr id="82" name="Gruppo 81">
            <a:extLst>
              <a:ext uri="{FF2B5EF4-FFF2-40B4-BE49-F238E27FC236}">
                <a16:creationId xmlns:a16="http://schemas.microsoft.com/office/drawing/2014/main" id="{0A23FE48-7318-9220-98CD-3BA7142E3BC5}"/>
              </a:ext>
            </a:extLst>
          </p:cNvPr>
          <p:cNvGrpSpPr/>
          <p:nvPr/>
        </p:nvGrpSpPr>
        <p:grpSpPr>
          <a:xfrm>
            <a:off x="1671441" y="2963694"/>
            <a:ext cx="4882113" cy="590192"/>
            <a:chOff x="1671441" y="2963694"/>
            <a:chExt cx="4882113" cy="590192"/>
          </a:xfrm>
        </p:grpSpPr>
        <p:sp>
          <p:nvSpPr>
            <p:cNvPr id="79" name="Rettangolo 78">
              <a:extLst>
                <a:ext uri="{FF2B5EF4-FFF2-40B4-BE49-F238E27FC236}">
                  <a16:creationId xmlns:a16="http://schemas.microsoft.com/office/drawing/2014/main" id="{7B26F789-A97D-7175-A1B1-5D0E8DF65BF3}"/>
                </a:ext>
              </a:extLst>
            </p:cNvPr>
            <p:cNvSpPr/>
            <p:nvPr/>
          </p:nvSpPr>
          <p:spPr>
            <a:xfrm>
              <a:off x="1671441" y="2963694"/>
              <a:ext cx="4424559" cy="590192"/>
            </a:xfrm>
            <a:prstGeom prst="rect">
              <a:avLst/>
            </a:prstGeom>
            <a:solidFill>
              <a:srgbClr val="F0E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0" name="Freccia destra 79">
              <a:extLst>
                <a:ext uri="{FF2B5EF4-FFF2-40B4-BE49-F238E27FC236}">
                  <a16:creationId xmlns:a16="http://schemas.microsoft.com/office/drawing/2014/main" id="{63C9A26A-3C5E-AD47-E9A2-DE830BFEF11E}"/>
                </a:ext>
              </a:extLst>
            </p:cNvPr>
            <p:cNvSpPr/>
            <p:nvPr/>
          </p:nvSpPr>
          <p:spPr>
            <a:xfrm>
              <a:off x="6096000" y="3080752"/>
              <a:ext cx="457554" cy="386623"/>
            </a:xfrm>
            <a:prstGeom prst="rightArrow">
              <a:avLst/>
            </a:prstGeom>
            <a:solidFill>
              <a:srgbClr val="F0E2C4"/>
            </a:solidFill>
            <a:ln>
              <a:solidFill>
                <a:srgbClr val="F0E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AF206DD-6700-6A99-2105-DB35088B237B}"/>
              </a:ext>
            </a:extLst>
          </p:cNvPr>
          <p:cNvSpPr txBox="1"/>
          <p:nvPr/>
        </p:nvSpPr>
        <p:spPr>
          <a:xfrm>
            <a:off x="1959773" y="2315681"/>
            <a:ext cx="762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Ubuntu Sans SemiBold" pitchFamily="2" charset="0"/>
              </a:rPr>
              <a:t>ARF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00EBC60-0C6D-78F0-757F-B61E74A6FD69}"/>
              </a:ext>
            </a:extLst>
          </p:cNvPr>
          <p:cNvSpPr txBox="1"/>
          <p:nvPr/>
        </p:nvSpPr>
        <p:spPr>
          <a:xfrm>
            <a:off x="1959773" y="3017430"/>
            <a:ext cx="8791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A87445"/>
                </a:solidFill>
                <a:latin typeface="Ubuntu Sans SemiBold" pitchFamily="2" charset="0"/>
              </a:rPr>
              <a:t>AMF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B7C1C05-0CE3-FC12-B080-35489A86BBE1}"/>
              </a:ext>
            </a:extLst>
          </p:cNvPr>
          <p:cNvSpPr txBox="1"/>
          <p:nvPr/>
        </p:nvSpPr>
        <p:spPr>
          <a:xfrm>
            <a:off x="2715907" y="1660098"/>
            <a:ext cx="327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chemeClr val="accent1"/>
                </a:solidFill>
                <a:latin typeface="Ubuntu Sans SemiBold" pitchFamily="2" charset="0"/>
              </a:rPr>
              <a:t>(Streaming Random Patches)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291FB21-96B0-E1EF-5C9F-660A24B0CA26}"/>
              </a:ext>
            </a:extLst>
          </p:cNvPr>
          <p:cNvSpPr txBox="1"/>
          <p:nvPr/>
        </p:nvSpPr>
        <p:spPr>
          <a:xfrm>
            <a:off x="2715907" y="2361846"/>
            <a:ext cx="315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Ubuntu Sans SemiBold" pitchFamily="2" charset="0"/>
              </a:rPr>
              <a:t>(Adaptive Random Forest)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86BDBB4-25C8-8D97-35B0-2A6909E3EBC3}"/>
              </a:ext>
            </a:extLst>
          </p:cNvPr>
          <p:cNvSpPr txBox="1"/>
          <p:nvPr/>
        </p:nvSpPr>
        <p:spPr>
          <a:xfrm>
            <a:off x="2715907" y="3063595"/>
            <a:ext cx="3420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A87445"/>
                </a:solidFill>
                <a:latin typeface="Ubuntu Sans SemiBold" pitchFamily="2" charset="0"/>
              </a:rPr>
              <a:t>(Aggregated Mondrian Forest)</a:t>
            </a:r>
          </a:p>
        </p:txBody>
      </p:sp>
      <p:cxnSp>
        <p:nvCxnSpPr>
          <p:cNvPr id="18" name="Connettore dritto 17">
            <a:extLst>
              <a:ext uri="{FF2B5EF4-FFF2-40B4-BE49-F238E27FC236}">
                <a16:creationId xmlns:a16="http://schemas.microsoft.com/office/drawing/2014/main" id="{7BA47FC8-D928-67BB-8D72-B142E53AE75F}"/>
              </a:ext>
            </a:extLst>
          </p:cNvPr>
          <p:cNvCxnSpPr>
            <a:cxnSpLocks/>
          </p:cNvCxnSpPr>
          <p:nvPr/>
        </p:nvCxnSpPr>
        <p:spPr>
          <a:xfrm>
            <a:off x="1143695" y="968857"/>
            <a:ext cx="0" cy="226717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ritto 33">
            <a:extLst>
              <a:ext uri="{FF2B5EF4-FFF2-40B4-BE49-F238E27FC236}">
                <a16:creationId xmlns:a16="http://schemas.microsoft.com/office/drawing/2014/main" id="{B92DBCCF-F5A7-6B80-93D0-F06DB86074A0}"/>
              </a:ext>
            </a:extLst>
          </p:cNvPr>
          <p:cNvCxnSpPr>
            <a:cxnSpLocks/>
          </p:cNvCxnSpPr>
          <p:nvPr/>
        </p:nvCxnSpPr>
        <p:spPr>
          <a:xfrm>
            <a:off x="1144229" y="3129397"/>
            <a:ext cx="0" cy="13256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32F856C1-3F2C-7924-7F59-40B316E21FCF}"/>
              </a:ext>
            </a:extLst>
          </p:cNvPr>
          <p:cNvGrpSpPr/>
          <p:nvPr/>
        </p:nvGrpSpPr>
        <p:grpSpPr>
          <a:xfrm>
            <a:off x="1152938" y="1800542"/>
            <a:ext cx="769541" cy="88443"/>
            <a:chOff x="1152938" y="1800542"/>
            <a:chExt cx="769541" cy="88443"/>
          </a:xfrm>
          <a:solidFill>
            <a:schemeClr val="bg1">
              <a:lumMod val="75000"/>
            </a:schemeClr>
          </a:solidFill>
        </p:grpSpPr>
        <p:cxnSp>
          <p:nvCxnSpPr>
            <p:cNvPr id="22" name="Connettore dritto 21">
              <a:extLst>
                <a:ext uri="{FF2B5EF4-FFF2-40B4-BE49-F238E27FC236}">
                  <a16:creationId xmlns:a16="http://schemas.microsoft.com/office/drawing/2014/main" id="{3E803C2A-915B-4557-3288-607596CD526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8" y="1844765"/>
              <a:ext cx="720000" cy="0"/>
            </a:xfrm>
            <a:prstGeom prst="lin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2916DCB5-D0C8-657D-C5E8-8BD8EAC78BC0}"/>
                </a:ext>
              </a:extLst>
            </p:cNvPr>
            <p:cNvSpPr/>
            <p:nvPr/>
          </p:nvSpPr>
          <p:spPr>
            <a:xfrm>
              <a:off x="1834036" y="1800542"/>
              <a:ext cx="88443" cy="88443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7ADE231A-013D-9C11-356C-985AEE5FAC4C}"/>
              </a:ext>
            </a:extLst>
          </p:cNvPr>
          <p:cNvGrpSpPr/>
          <p:nvPr/>
        </p:nvGrpSpPr>
        <p:grpSpPr>
          <a:xfrm>
            <a:off x="1152938" y="2503549"/>
            <a:ext cx="769541" cy="88443"/>
            <a:chOff x="1152938" y="2503549"/>
            <a:chExt cx="769541" cy="88443"/>
          </a:xfrm>
          <a:solidFill>
            <a:schemeClr val="bg1">
              <a:lumMod val="75000"/>
            </a:schemeClr>
          </a:solidFill>
        </p:grpSpPr>
        <p:cxnSp>
          <p:nvCxnSpPr>
            <p:cNvPr id="28" name="Connettore dritto 27">
              <a:extLst>
                <a:ext uri="{FF2B5EF4-FFF2-40B4-BE49-F238E27FC236}">
                  <a16:creationId xmlns:a16="http://schemas.microsoft.com/office/drawing/2014/main" id="{44B137D2-3E1E-3CC5-8629-437D7B58168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8" y="2546513"/>
              <a:ext cx="718392" cy="0"/>
            </a:xfrm>
            <a:prstGeom prst="lin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5F5BEC3C-96B1-7C31-F870-3E677729220B}"/>
                </a:ext>
              </a:extLst>
            </p:cNvPr>
            <p:cNvSpPr/>
            <p:nvPr/>
          </p:nvSpPr>
          <p:spPr>
            <a:xfrm>
              <a:off x="1834036" y="2503549"/>
              <a:ext cx="88443" cy="88443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CEE7E0E9-A7A4-CCDF-8F5F-1BB0201F992C}"/>
              </a:ext>
            </a:extLst>
          </p:cNvPr>
          <p:cNvGrpSpPr/>
          <p:nvPr/>
        </p:nvGrpSpPr>
        <p:grpSpPr>
          <a:xfrm>
            <a:off x="1152938" y="3191807"/>
            <a:ext cx="769541" cy="88443"/>
            <a:chOff x="1152938" y="3191807"/>
            <a:chExt cx="769541" cy="88443"/>
          </a:xfrm>
          <a:solidFill>
            <a:schemeClr val="bg1">
              <a:lumMod val="75000"/>
            </a:schemeClr>
          </a:solidFill>
        </p:grpSpPr>
        <p:cxnSp>
          <p:nvCxnSpPr>
            <p:cNvPr id="29" name="Connettore dritto 28">
              <a:extLst>
                <a:ext uri="{FF2B5EF4-FFF2-40B4-BE49-F238E27FC236}">
                  <a16:creationId xmlns:a16="http://schemas.microsoft.com/office/drawing/2014/main" id="{5A6F32CE-8BB5-1254-604C-FC73B1C66760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8" y="3237629"/>
              <a:ext cx="720000" cy="0"/>
            </a:xfrm>
            <a:prstGeom prst="lin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F39700D3-6F21-4035-2586-40F7B2AD1ACF}"/>
                </a:ext>
              </a:extLst>
            </p:cNvPr>
            <p:cNvSpPr/>
            <p:nvPr/>
          </p:nvSpPr>
          <p:spPr>
            <a:xfrm>
              <a:off x="1834036" y="3191807"/>
              <a:ext cx="88443" cy="88443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40" name="Connettore dritto 39">
            <a:extLst>
              <a:ext uri="{FF2B5EF4-FFF2-40B4-BE49-F238E27FC236}">
                <a16:creationId xmlns:a16="http://schemas.microsoft.com/office/drawing/2014/main" id="{76FBB9E8-A1B3-4CD5-0B7B-A789F8D4A088}"/>
              </a:ext>
            </a:extLst>
          </p:cNvPr>
          <p:cNvCxnSpPr>
            <a:cxnSpLocks/>
          </p:cNvCxnSpPr>
          <p:nvPr/>
        </p:nvCxnSpPr>
        <p:spPr>
          <a:xfrm>
            <a:off x="1152938" y="4446319"/>
            <a:ext cx="7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dritto 40">
            <a:extLst>
              <a:ext uri="{FF2B5EF4-FFF2-40B4-BE49-F238E27FC236}">
                <a16:creationId xmlns:a16="http://schemas.microsoft.com/office/drawing/2014/main" id="{3B52F9D6-B2C6-1C93-C2D8-CC1387A8B532}"/>
              </a:ext>
            </a:extLst>
          </p:cNvPr>
          <p:cNvCxnSpPr>
            <a:cxnSpLocks/>
          </p:cNvCxnSpPr>
          <p:nvPr/>
        </p:nvCxnSpPr>
        <p:spPr>
          <a:xfrm>
            <a:off x="1867641" y="4014952"/>
            <a:ext cx="0" cy="84082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22F56216-602D-7B03-193D-3A835AE417F3}"/>
              </a:ext>
            </a:extLst>
          </p:cNvPr>
          <p:cNvGrpSpPr/>
          <p:nvPr/>
        </p:nvGrpSpPr>
        <p:grpSpPr>
          <a:xfrm>
            <a:off x="1867641" y="3970730"/>
            <a:ext cx="769541" cy="88443"/>
            <a:chOff x="1152938" y="3191807"/>
            <a:chExt cx="769541" cy="88443"/>
          </a:xfrm>
          <a:solidFill>
            <a:schemeClr val="bg1">
              <a:lumMod val="75000"/>
            </a:schemeClr>
          </a:solidFill>
        </p:grpSpPr>
        <p:cxnSp>
          <p:nvCxnSpPr>
            <p:cNvPr id="52" name="Connettore dritto 51">
              <a:extLst>
                <a:ext uri="{FF2B5EF4-FFF2-40B4-BE49-F238E27FC236}">
                  <a16:creationId xmlns:a16="http://schemas.microsoft.com/office/drawing/2014/main" id="{E316BC84-A2A3-E997-3EA1-D3B818EA8F2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8" y="3237629"/>
              <a:ext cx="720000" cy="0"/>
            </a:xfrm>
            <a:prstGeom prst="lin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e 52">
              <a:extLst>
                <a:ext uri="{FF2B5EF4-FFF2-40B4-BE49-F238E27FC236}">
                  <a16:creationId xmlns:a16="http://schemas.microsoft.com/office/drawing/2014/main" id="{BD97DEB2-BEA6-6D38-A3FD-61EE9823A3AB}"/>
                </a:ext>
              </a:extLst>
            </p:cNvPr>
            <p:cNvSpPr/>
            <p:nvPr/>
          </p:nvSpPr>
          <p:spPr>
            <a:xfrm>
              <a:off x="1834036" y="3191807"/>
              <a:ext cx="88443" cy="88443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4FE8FE3C-57EE-D114-74E8-C682AF416BAC}"/>
              </a:ext>
            </a:extLst>
          </p:cNvPr>
          <p:cNvGrpSpPr/>
          <p:nvPr/>
        </p:nvGrpSpPr>
        <p:grpSpPr>
          <a:xfrm>
            <a:off x="1867641" y="4813158"/>
            <a:ext cx="769541" cy="88443"/>
            <a:chOff x="1152938" y="3191807"/>
            <a:chExt cx="769541" cy="88443"/>
          </a:xfrm>
          <a:solidFill>
            <a:schemeClr val="bg1">
              <a:lumMod val="75000"/>
            </a:schemeClr>
          </a:solidFill>
        </p:grpSpPr>
        <p:cxnSp>
          <p:nvCxnSpPr>
            <p:cNvPr id="55" name="Connettore dritto 54">
              <a:extLst>
                <a:ext uri="{FF2B5EF4-FFF2-40B4-BE49-F238E27FC236}">
                  <a16:creationId xmlns:a16="http://schemas.microsoft.com/office/drawing/2014/main" id="{A10C5017-4CF7-4465-9AC2-C3D7B02EB4DA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8" y="3237629"/>
              <a:ext cx="720000" cy="0"/>
            </a:xfrm>
            <a:prstGeom prst="lin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34B8166F-9A73-C41B-E85C-9D1F1A577410}"/>
                </a:ext>
              </a:extLst>
            </p:cNvPr>
            <p:cNvSpPr/>
            <p:nvPr/>
          </p:nvSpPr>
          <p:spPr>
            <a:xfrm>
              <a:off x="1834036" y="3191807"/>
              <a:ext cx="88443" cy="88443"/>
            </a:xfrm>
            <a:prstGeom prst="ellipse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1568FDC9-5D06-6496-575F-DC626CD5B254}"/>
              </a:ext>
            </a:extLst>
          </p:cNvPr>
          <p:cNvSpPr txBox="1"/>
          <p:nvPr/>
        </p:nvSpPr>
        <p:spPr>
          <a:xfrm>
            <a:off x="2706008" y="3642795"/>
            <a:ext cx="2514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595959"/>
                </a:solidFill>
                <a:latin typeface="Ubuntu Sans SemiBold" pitchFamily="2" charset="0"/>
              </a:rPr>
              <a:t>Intra-model diversity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46978C30-B86D-0DDD-AACE-9A0C6AAF2948}"/>
              </a:ext>
            </a:extLst>
          </p:cNvPr>
          <p:cNvSpPr txBox="1"/>
          <p:nvPr/>
        </p:nvSpPr>
        <p:spPr>
          <a:xfrm>
            <a:off x="2706008" y="4625512"/>
            <a:ext cx="350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595959"/>
                </a:solidFill>
                <a:latin typeface="Ubuntu Sans SemiBold" pitchFamily="2" charset="0"/>
              </a:rPr>
              <a:t>Drift detection​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70647DBC-F062-5DD2-18F3-F096C29294F8}"/>
              </a:ext>
            </a:extLst>
          </p:cNvPr>
          <p:cNvSpPr txBox="1"/>
          <p:nvPr/>
        </p:nvSpPr>
        <p:spPr>
          <a:xfrm>
            <a:off x="6553554" y="2043148"/>
            <a:ext cx="185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noProof="0" dirty="0" err="1">
                <a:latin typeface="Ubuntu Sans" pitchFamily="2" charset="0"/>
              </a:rPr>
              <a:t>Hoeffding</a:t>
            </a:r>
            <a:r>
              <a:rPr lang="en-US" i="1" noProof="0" dirty="0">
                <a:latin typeface="Ubuntu Sans" pitchFamily="2" charset="0"/>
              </a:rPr>
              <a:t> tree​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D6B0A013-61BC-CB26-AAB7-0FF774C65A36}"/>
              </a:ext>
            </a:extLst>
          </p:cNvPr>
          <p:cNvSpPr txBox="1"/>
          <p:nvPr/>
        </p:nvSpPr>
        <p:spPr>
          <a:xfrm>
            <a:off x="6553554" y="3098043"/>
            <a:ext cx="185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noProof="0" dirty="0">
                <a:latin typeface="Ubuntu Sans" pitchFamily="2" charset="0"/>
              </a:rPr>
              <a:t>Mondrian tree​</a:t>
            </a:r>
          </a:p>
        </p:txBody>
      </p:sp>
    </p:spTree>
    <p:extLst>
      <p:ext uri="{BB962C8B-B14F-4D97-AF65-F5344CB8AC3E}">
        <p14:creationId xmlns:p14="http://schemas.microsoft.com/office/powerpoint/2010/main" val="209664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1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1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42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4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900"/>
                            </p:stCondLst>
                            <p:childTnLst>
                              <p:par>
                                <p:cTn id="8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 tmFilter="0,0; .5, 1; 1, 1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 tmFilter="0,0; .5, 1; 1, 1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875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375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875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7375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2" grpId="0" animBg="1"/>
      <p:bldP spid="6" grpId="0"/>
      <p:bldP spid="7" grpId="0"/>
      <p:bldP spid="8" grpId="0"/>
      <p:bldP spid="9" grpId="0"/>
      <p:bldP spid="10" grpId="0"/>
      <p:bldP spid="13" grpId="0"/>
      <p:bldP spid="59" grpId="0"/>
      <p:bldP spid="60" grpId="0"/>
      <p:bldP spid="77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632A-3A25-24BC-279E-6CB32D26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747E2C91-7BFE-D4BD-2AD0-56097B4662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761316B-4A55-B908-8DBF-15593CCE30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950" y="-661030"/>
            <a:ext cx="10960100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36B35-30AC-4F77-09B0-54D7F742F9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B5DC73-192C-CBC8-D3A6-00A65DEF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1E56225-CFBA-AC03-3ABF-F368A14447FB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4559300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latin typeface="Ubuntu Sans Mono SemiBold" panose="020B0309030602030204" pitchFamily="49" charset="0"/>
              </a:rPr>
              <a:t>theModels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DA83860-132F-7031-4D4C-612213DC188F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79C5CA3-37A9-EDB4-0825-C85182CA3761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E6E9AE6-B5BF-4569-1C73-85097B771919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Technical Background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863706B4-6B1B-70F6-B916-7BB895E4D8A7}"/>
              </a:ext>
            </a:extLst>
          </p:cNvPr>
          <p:cNvSpPr/>
          <p:nvPr/>
        </p:nvSpPr>
        <p:spPr>
          <a:xfrm>
            <a:off x="912501" y="5963133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F89D271A-1B58-D6E3-C764-12D3D1F7F153}"/>
              </a:ext>
            </a:extLst>
          </p:cNvPr>
          <p:cNvSpPr/>
          <p:nvPr/>
        </p:nvSpPr>
        <p:spPr>
          <a:xfrm rot="5400000">
            <a:off x="736011" y="6183302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6EC483D-2081-49C3-E44D-86BB50054AC5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1</a:t>
            </a:r>
            <a:endParaRPr lang="en-US" noProof="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403B0D8-1DE4-ADFE-F1C0-4A1D9882F852}"/>
              </a:ext>
            </a:extLst>
          </p:cNvPr>
          <p:cNvSpPr txBox="1"/>
          <p:nvPr/>
        </p:nvSpPr>
        <p:spPr>
          <a:xfrm>
            <a:off x="4066951" y="1071540"/>
            <a:ext cx="76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chemeClr val="accent1"/>
                </a:solidFill>
                <a:latin typeface="Ubuntu Sans SemiBold" pitchFamily="2" charset="0"/>
              </a:rPr>
              <a:t>SRP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9205FC1-E8DE-2BB3-B533-ABCABC0EF9D2}"/>
              </a:ext>
            </a:extLst>
          </p:cNvPr>
          <p:cNvSpPr txBox="1"/>
          <p:nvPr/>
        </p:nvSpPr>
        <p:spPr>
          <a:xfrm>
            <a:off x="6884636" y="1071540"/>
            <a:ext cx="762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Ubuntu Sans SemiBold" pitchFamily="2" charset="0"/>
              </a:rPr>
              <a:t>ARF</a:t>
            </a:r>
            <a:endParaRPr lang="en-US" sz="2000" b="1" noProof="0" dirty="0">
              <a:solidFill>
                <a:schemeClr val="tx2">
                  <a:lumMod val="50000"/>
                  <a:lumOff val="50000"/>
                </a:schemeClr>
              </a:solidFill>
              <a:latin typeface="Ubuntu Sans SemiBold" pitchFamily="2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C63755D-8A1D-8A95-2809-C5773DBE45E8}"/>
              </a:ext>
            </a:extLst>
          </p:cNvPr>
          <p:cNvSpPr txBox="1"/>
          <p:nvPr/>
        </p:nvSpPr>
        <p:spPr>
          <a:xfrm>
            <a:off x="9590775" y="1071540"/>
            <a:ext cx="8791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rgbClr val="A87445"/>
                </a:solidFill>
                <a:latin typeface="Ubuntu Sans SemiBold" pitchFamily="2" charset="0"/>
              </a:rPr>
              <a:t>AMF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73E6410D-367C-9D72-6307-FFF4EF5ADB40}"/>
              </a:ext>
            </a:extLst>
          </p:cNvPr>
          <p:cNvSpPr txBox="1"/>
          <p:nvPr/>
        </p:nvSpPr>
        <p:spPr>
          <a:xfrm>
            <a:off x="819445" y="4514810"/>
            <a:ext cx="2304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solidFill>
                  <a:srgbClr val="595959"/>
                </a:solidFill>
                <a:latin typeface="Ubuntu Sans SemiBold" pitchFamily="2" charset="0"/>
              </a:rPr>
              <a:t>Drift detection​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22942C-D28C-DC15-2109-F325C3EDA0A0}"/>
              </a:ext>
            </a:extLst>
          </p:cNvPr>
          <p:cNvSpPr txBox="1"/>
          <p:nvPr/>
        </p:nvSpPr>
        <p:spPr>
          <a:xfrm>
            <a:off x="819445" y="2062284"/>
            <a:ext cx="22034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95959"/>
                </a:solidFill>
                <a:latin typeface="Ubuntu Sans SemiBold" pitchFamily="2" charset="0"/>
              </a:rPr>
              <a:t>Intra-model diversity</a:t>
            </a:r>
          </a:p>
        </p:txBody>
      </p:sp>
      <p:cxnSp>
        <p:nvCxnSpPr>
          <p:cNvPr id="20" name="Connettore dritto 19">
            <a:extLst>
              <a:ext uri="{FF2B5EF4-FFF2-40B4-BE49-F238E27FC236}">
                <a16:creationId xmlns:a16="http://schemas.microsoft.com/office/drawing/2014/main" id="{B73E88DB-48A5-A544-1D80-8A1548308869}"/>
              </a:ext>
            </a:extLst>
          </p:cNvPr>
          <p:cNvCxnSpPr>
            <a:cxnSpLocks/>
          </p:cNvCxnSpPr>
          <p:nvPr/>
        </p:nvCxnSpPr>
        <p:spPr>
          <a:xfrm flipV="1">
            <a:off x="5871449" y="1299923"/>
            <a:ext cx="0" cy="4284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ritto 25">
            <a:extLst>
              <a:ext uri="{FF2B5EF4-FFF2-40B4-BE49-F238E27FC236}">
                <a16:creationId xmlns:a16="http://schemas.microsoft.com/office/drawing/2014/main" id="{53E53173-0B22-F1E6-8F17-33CC412A2573}"/>
              </a:ext>
            </a:extLst>
          </p:cNvPr>
          <p:cNvCxnSpPr>
            <a:cxnSpLocks/>
          </p:cNvCxnSpPr>
          <p:nvPr/>
        </p:nvCxnSpPr>
        <p:spPr>
          <a:xfrm flipV="1">
            <a:off x="8731653" y="1299922"/>
            <a:ext cx="0" cy="4284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BE2A0D-D70C-30D7-170D-BDC5723EC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56" r="46786" b="-1"/>
          <a:stretch>
            <a:fillRect/>
          </a:stretch>
        </p:blipFill>
        <p:spPr bwMode="auto">
          <a:xfrm>
            <a:off x="6383845" y="1759216"/>
            <a:ext cx="1832428" cy="1400420"/>
          </a:xfrm>
          <a:prstGeom prst="roundRect">
            <a:avLst>
              <a:gd name="adj" fmla="val 9626"/>
            </a:avLst>
          </a:prstGeom>
          <a:ln>
            <a:noFill/>
          </a:ln>
          <a:effectLst>
            <a:outerShdw blurRad="190500" algn="tl" rotWithShape="0">
              <a:srgbClr val="00000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F9F416E6-5AC8-E925-7FD6-9C1A649F99DA}"/>
              </a:ext>
            </a:extLst>
          </p:cNvPr>
          <p:cNvPicPr>
            <a:picLocks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2" t="14871" r="23911" b="12312"/>
          <a:stretch>
            <a:fillRect/>
          </a:stretch>
        </p:blipFill>
        <p:spPr bwMode="auto">
          <a:xfrm>
            <a:off x="3535289" y="1759216"/>
            <a:ext cx="1810020" cy="1383026"/>
          </a:xfrm>
          <a:prstGeom prst="roundRect">
            <a:avLst>
              <a:gd name="adj" fmla="val 9626"/>
            </a:avLst>
          </a:prstGeom>
          <a:ln>
            <a:noFill/>
          </a:ln>
          <a:effectLst>
            <a:outerShdw blurRad="190500" algn="tl" rotWithShape="0">
              <a:srgbClr val="000000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con angoli arrotondati 29" hidden="1">
            <a:extLst>
              <a:ext uri="{FF2B5EF4-FFF2-40B4-BE49-F238E27FC236}">
                <a16:creationId xmlns:a16="http://schemas.microsoft.com/office/drawing/2014/main" id="{A4282899-0668-786E-C61A-8D7284B8D59F}"/>
              </a:ext>
            </a:extLst>
          </p:cNvPr>
          <p:cNvSpPr/>
          <p:nvPr/>
        </p:nvSpPr>
        <p:spPr>
          <a:xfrm>
            <a:off x="3527607" y="1749935"/>
            <a:ext cx="1828463" cy="1391417"/>
          </a:xfrm>
          <a:prstGeom prst="roundRect">
            <a:avLst>
              <a:gd name="adj" fmla="val 8844"/>
            </a:avLst>
          </a:prstGeom>
          <a:solidFill>
            <a:schemeClr val="accent1">
              <a:lumMod val="40000"/>
              <a:lumOff val="60000"/>
              <a:alpha val="9286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CasellaDiTesto 31" hidden="1">
            <a:extLst>
              <a:ext uri="{FF2B5EF4-FFF2-40B4-BE49-F238E27FC236}">
                <a16:creationId xmlns:a16="http://schemas.microsoft.com/office/drawing/2014/main" id="{B92EC174-1263-B999-EFE3-A8A6C0A2F458}"/>
              </a:ext>
            </a:extLst>
          </p:cNvPr>
          <p:cNvSpPr txBox="1"/>
          <p:nvPr/>
        </p:nvSpPr>
        <p:spPr>
          <a:xfrm>
            <a:off x="3537008" y="2123839"/>
            <a:ext cx="1822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noProof="0" dirty="0">
                <a:solidFill>
                  <a:schemeClr val="accent1"/>
                </a:solidFill>
                <a:latin typeface="Ubuntu Sans Medium" pitchFamily="2" charset="0"/>
              </a:rPr>
              <a:t>Global​</a:t>
            </a:r>
            <a:br>
              <a:rPr lang="en-US" sz="1800" noProof="0" dirty="0">
                <a:solidFill>
                  <a:schemeClr val="accent1"/>
                </a:solidFill>
                <a:latin typeface="Ubuntu Sans Medium" pitchFamily="2" charset="0"/>
              </a:rPr>
            </a:br>
            <a:r>
              <a:rPr lang="en-US" sz="1800" noProof="0" dirty="0">
                <a:solidFill>
                  <a:schemeClr val="accent1"/>
                </a:solidFill>
                <a:latin typeface="Ubuntu Sans Medium" pitchFamily="2" charset="0"/>
              </a:rPr>
              <a:t>(intra-model)​</a:t>
            </a:r>
            <a:endParaRPr lang="en-US" noProof="0" dirty="0">
              <a:solidFill>
                <a:schemeClr val="accent1"/>
              </a:solidFill>
              <a:latin typeface="Ubuntu Sans Medium" pitchFamily="2" charset="0"/>
            </a:endParaRPr>
          </a:p>
        </p:txBody>
      </p:sp>
      <p:sp>
        <p:nvSpPr>
          <p:cNvPr id="63" name="Rettangolo con angoli arrotondati 62" hidden="1">
            <a:extLst>
              <a:ext uri="{FF2B5EF4-FFF2-40B4-BE49-F238E27FC236}">
                <a16:creationId xmlns:a16="http://schemas.microsoft.com/office/drawing/2014/main" id="{D9FAABA1-D3F6-8EA7-55D8-57CBA39E5566}"/>
              </a:ext>
            </a:extLst>
          </p:cNvPr>
          <p:cNvSpPr/>
          <p:nvPr/>
        </p:nvSpPr>
        <p:spPr>
          <a:xfrm>
            <a:off x="6372240" y="1749935"/>
            <a:ext cx="1844033" cy="1409700"/>
          </a:xfrm>
          <a:prstGeom prst="roundRect">
            <a:avLst>
              <a:gd name="adj" fmla="val 8945"/>
            </a:avLst>
          </a:prstGeom>
          <a:solidFill>
            <a:schemeClr val="tx2">
              <a:lumMod val="25000"/>
              <a:lumOff val="75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24" name="CasellaDiTesto 1023" hidden="1">
            <a:extLst>
              <a:ext uri="{FF2B5EF4-FFF2-40B4-BE49-F238E27FC236}">
                <a16:creationId xmlns:a16="http://schemas.microsoft.com/office/drawing/2014/main" id="{A168CE03-AFA1-FCD4-D4AE-7762C2AAC919}"/>
              </a:ext>
            </a:extLst>
          </p:cNvPr>
          <p:cNvSpPr txBox="1"/>
          <p:nvPr/>
        </p:nvSpPr>
        <p:spPr>
          <a:xfrm>
            <a:off x="6382131" y="2123839"/>
            <a:ext cx="1822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Ubuntu Sans Medium" pitchFamily="2" charset="0"/>
              </a:rPr>
              <a:t>Local​</a:t>
            </a:r>
          </a:p>
          <a:p>
            <a:pPr algn="ctr"/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Ubuntu Sans Medium" pitchFamily="2" charset="0"/>
              </a:rPr>
              <a:t>(intra-node)​</a:t>
            </a:r>
          </a:p>
        </p:txBody>
      </p:sp>
      <p:sp>
        <p:nvSpPr>
          <p:cNvPr id="1047" name="CasellaDiTesto 1046">
            <a:extLst>
              <a:ext uri="{FF2B5EF4-FFF2-40B4-BE49-F238E27FC236}">
                <a16:creationId xmlns:a16="http://schemas.microsoft.com/office/drawing/2014/main" id="{DC26D563-C2A3-7488-916C-2EA5EB6E57FD}"/>
              </a:ext>
            </a:extLst>
          </p:cNvPr>
          <p:cNvSpPr txBox="1"/>
          <p:nvPr/>
        </p:nvSpPr>
        <p:spPr>
          <a:xfrm>
            <a:off x="3509668" y="3363136"/>
            <a:ext cx="4743820" cy="500723"/>
          </a:xfrm>
          <a:prstGeom prst="roundRect">
            <a:avLst>
              <a:gd name="adj" fmla="val 25363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noProof="0" dirty="0">
              <a:solidFill>
                <a:schemeClr val="bg1"/>
              </a:solidFill>
              <a:latin typeface="Ubuntu Sans" pitchFamily="2" charset="0"/>
            </a:endParaRPr>
          </a:p>
        </p:txBody>
      </p:sp>
      <p:sp>
        <p:nvSpPr>
          <p:cNvPr id="1025" name="CasellaDiTesto 1024">
            <a:extLst>
              <a:ext uri="{FF2B5EF4-FFF2-40B4-BE49-F238E27FC236}">
                <a16:creationId xmlns:a16="http://schemas.microsoft.com/office/drawing/2014/main" id="{B725209E-A71B-4422-437E-E7FB950A8A88}"/>
              </a:ext>
            </a:extLst>
          </p:cNvPr>
          <p:cNvSpPr txBox="1"/>
          <p:nvPr/>
        </p:nvSpPr>
        <p:spPr>
          <a:xfrm>
            <a:off x="9090216" y="2023104"/>
            <a:ext cx="18220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rgbClr val="A87445"/>
                </a:solidFill>
                <a:latin typeface="Ubuntu Sans Medium" pitchFamily="2" charset="0"/>
              </a:rPr>
              <a:t>Structural</a:t>
            </a:r>
          </a:p>
          <a:p>
            <a:pPr algn="ctr"/>
            <a:r>
              <a:rPr lang="en-US" noProof="0" dirty="0">
                <a:solidFill>
                  <a:srgbClr val="A87445"/>
                </a:solidFill>
                <a:latin typeface="Ubuntu Sans Medium" pitchFamily="2" charset="0"/>
              </a:rPr>
              <a:t>(Purely random​)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bagging label">
                <a:extLst>
                  <a:ext uri="{FF2B5EF4-FFF2-40B4-BE49-F238E27FC236}">
                    <a16:creationId xmlns:a16="http://schemas.microsoft.com/office/drawing/2014/main" id="{DED82560-FD58-98F5-5FEA-6A53016418C2}"/>
                  </a:ext>
                </a:extLst>
              </p:cNvPr>
              <p:cNvSpPr txBox="1"/>
              <p:nvPr/>
            </p:nvSpPr>
            <p:spPr>
              <a:xfrm>
                <a:off x="3527607" y="3363137"/>
                <a:ext cx="4688664" cy="500723"/>
              </a:xfrm>
              <a:prstGeom prst="roundRect">
                <a:avLst>
                  <a:gd name="adj" fmla="val 21049"/>
                </a:avLst>
              </a:prstGeom>
              <a:solidFill>
                <a:schemeClr val="tx1">
                  <a:lumMod val="50000"/>
                  <a:lumOff val="50000"/>
                  <a:alpha val="85722"/>
                </a:schemeClr>
              </a:solidFill>
              <a:ln w="76200">
                <a:noFill/>
              </a:ln>
              <a:effectLst>
                <a:outerShdw blurRad="190500" dist="50800" algn="ctr" rotWithShape="0">
                  <a:srgbClr val="00000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buntu Sans Medium" pitchFamily="2" charset="0"/>
                  </a:rPr>
                  <a:t>Online bagging </a:t>
                </a:r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buntu Sans Medium" pitchFamily="2" charset="0"/>
                  </a:rPr>
                  <a:t>~Poisson(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buntu Sans Medium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27" name="bagging label">
                <a:extLst>
                  <a:ext uri="{FF2B5EF4-FFF2-40B4-BE49-F238E27FC236}">
                    <a16:creationId xmlns:a16="http://schemas.microsoft.com/office/drawing/2014/main" id="{DED82560-FD58-98F5-5FEA-6A5301641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607" y="3363137"/>
                <a:ext cx="4688664" cy="500723"/>
              </a:xfrm>
              <a:prstGeom prst="roundRect">
                <a:avLst>
                  <a:gd name="adj" fmla="val 21049"/>
                </a:avLst>
              </a:prstGeom>
              <a:blipFill>
                <a:blip r:embed="rId8"/>
                <a:stretch>
                  <a:fillRect/>
                </a:stretch>
              </a:blipFill>
              <a:ln w="76200">
                <a:noFill/>
              </a:ln>
              <a:effectLst>
                <a:outerShdw blurRad="190500" dist="50800" algn="ctr" rotWithShape="0">
                  <a:srgbClr val="000000">
                    <a:alpha val="20000"/>
                  </a:srgb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9" name="CasellaDiTesto 1058">
            <a:extLst>
              <a:ext uri="{FF2B5EF4-FFF2-40B4-BE49-F238E27FC236}">
                <a16:creationId xmlns:a16="http://schemas.microsoft.com/office/drawing/2014/main" id="{0A370001-BE7B-A932-8029-94085C7226AC}"/>
              </a:ext>
            </a:extLst>
          </p:cNvPr>
          <p:cNvSpPr txBox="1"/>
          <p:nvPr/>
        </p:nvSpPr>
        <p:spPr>
          <a:xfrm>
            <a:off x="9090216" y="4296744"/>
            <a:ext cx="18220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rgbClr val="A87445"/>
                </a:solidFill>
                <a:latin typeface="Ubuntu Sans Medium" pitchFamily="2" charset="0"/>
              </a:rPr>
              <a:t>Dynamic Hierarchical Weighting​</a:t>
            </a:r>
          </a:p>
        </p:txBody>
      </p:sp>
      <p:cxnSp>
        <p:nvCxnSpPr>
          <p:cNvPr id="1052" name="Connettore dritto 1051">
            <a:extLst>
              <a:ext uri="{FF2B5EF4-FFF2-40B4-BE49-F238E27FC236}">
                <a16:creationId xmlns:a16="http://schemas.microsoft.com/office/drawing/2014/main" id="{152935E6-014E-38C9-0AA6-5FED1E32C409}"/>
              </a:ext>
            </a:extLst>
          </p:cNvPr>
          <p:cNvCxnSpPr>
            <a:cxnSpLocks/>
          </p:cNvCxnSpPr>
          <p:nvPr/>
        </p:nvCxnSpPr>
        <p:spPr>
          <a:xfrm flipH="1">
            <a:off x="3352800" y="4172607"/>
            <a:ext cx="76830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7" name="CasellaDiTesto 1056">
            <a:extLst>
              <a:ext uri="{FF2B5EF4-FFF2-40B4-BE49-F238E27FC236}">
                <a16:creationId xmlns:a16="http://schemas.microsoft.com/office/drawing/2014/main" id="{8632F7D4-9B8B-4E8F-6336-782FF89C1643}"/>
              </a:ext>
            </a:extLst>
          </p:cNvPr>
          <p:cNvSpPr txBox="1"/>
          <p:nvPr/>
        </p:nvSpPr>
        <p:spPr>
          <a:xfrm>
            <a:off x="3509178" y="4496854"/>
            <a:ext cx="4743820" cy="500723"/>
          </a:xfrm>
          <a:prstGeom prst="roundRect">
            <a:avLst>
              <a:gd name="adj" fmla="val 25363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US" noProof="0" dirty="0">
              <a:solidFill>
                <a:schemeClr val="bg1"/>
              </a:solidFill>
              <a:latin typeface="Ubuntu Sans" pitchFamily="2" charset="0"/>
            </a:endParaRPr>
          </a:p>
        </p:txBody>
      </p:sp>
      <p:sp>
        <p:nvSpPr>
          <p:cNvPr id="1058" name="CasellaDiTesto 1057">
            <a:extLst>
              <a:ext uri="{FF2B5EF4-FFF2-40B4-BE49-F238E27FC236}">
                <a16:creationId xmlns:a16="http://schemas.microsoft.com/office/drawing/2014/main" id="{A8B4F0BB-B05B-77D1-0A1C-F53DFA2AEE96}"/>
              </a:ext>
            </a:extLst>
          </p:cNvPr>
          <p:cNvSpPr txBox="1"/>
          <p:nvPr/>
        </p:nvSpPr>
        <p:spPr>
          <a:xfrm>
            <a:off x="3527117" y="4496855"/>
            <a:ext cx="4688664" cy="500723"/>
          </a:xfrm>
          <a:prstGeom prst="roundRect">
            <a:avLst>
              <a:gd name="adj" fmla="val 21049"/>
            </a:avLst>
          </a:prstGeom>
          <a:solidFill>
            <a:schemeClr val="tx1">
              <a:lumMod val="50000"/>
              <a:lumOff val="50000"/>
              <a:alpha val="85722"/>
            </a:schemeClr>
          </a:solidFill>
          <a:ln w="76200">
            <a:noFill/>
          </a:ln>
          <a:effectLst>
            <a:outerShdw blurRad="190500" dist="508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buntu Sans Medium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noProof="0" dirty="0"/>
              <a:t>ADWIN + background learners​</a:t>
            </a:r>
          </a:p>
        </p:txBody>
      </p:sp>
      <p:sp>
        <p:nvSpPr>
          <p:cNvPr id="1029" name="velina" hidden="1">
            <a:extLst>
              <a:ext uri="{FF2B5EF4-FFF2-40B4-BE49-F238E27FC236}">
                <a16:creationId xmlns:a16="http://schemas.microsoft.com/office/drawing/2014/main" id="{B0A2B48A-A4E5-F1DC-7D82-DE41937BDE13}"/>
              </a:ext>
            </a:extLst>
          </p:cNvPr>
          <p:cNvSpPr/>
          <p:nvPr/>
        </p:nvSpPr>
        <p:spPr>
          <a:xfrm>
            <a:off x="257199" y="-150611"/>
            <a:ext cx="11677603" cy="6106872"/>
          </a:xfrm>
          <a:prstGeom prst="rect">
            <a:avLst/>
          </a:prstGeom>
          <a:solidFill>
            <a:schemeClr val="tx1">
              <a:alpha val="857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046" name="popup bagging" hidden="1">
            <a:extLst>
              <a:ext uri="{FF2B5EF4-FFF2-40B4-BE49-F238E27FC236}">
                <a16:creationId xmlns:a16="http://schemas.microsoft.com/office/drawing/2014/main" id="{FD30F545-E229-ADF0-47D3-EE05BA81AEFF}"/>
              </a:ext>
            </a:extLst>
          </p:cNvPr>
          <p:cNvGrpSpPr/>
          <p:nvPr/>
        </p:nvGrpSpPr>
        <p:grpSpPr>
          <a:xfrm>
            <a:off x="1832631" y="716450"/>
            <a:ext cx="8447314" cy="5069773"/>
            <a:chOff x="1832631" y="716450"/>
            <a:chExt cx="8447314" cy="5069773"/>
          </a:xfrm>
        </p:grpSpPr>
        <p:sp>
          <p:nvSpPr>
            <p:cNvPr id="1034" name="popup base">
              <a:extLst>
                <a:ext uri="{FF2B5EF4-FFF2-40B4-BE49-F238E27FC236}">
                  <a16:creationId xmlns:a16="http://schemas.microsoft.com/office/drawing/2014/main" id="{BA5C1227-9BEA-7767-7EBE-17BF80106CDB}"/>
                </a:ext>
              </a:extLst>
            </p:cNvPr>
            <p:cNvSpPr/>
            <p:nvPr/>
          </p:nvSpPr>
          <p:spPr>
            <a:xfrm>
              <a:off x="1832631" y="716450"/>
              <a:ext cx="8447314" cy="5069773"/>
            </a:xfrm>
            <a:prstGeom prst="roundRect">
              <a:avLst>
                <a:gd name="adj" fmla="val 507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033" name="img bagging">
              <a:extLst>
                <a:ext uri="{FF2B5EF4-FFF2-40B4-BE49-F238E27FC236}">
                  <a16:creationId xmlns:a16="http://schemas.microsoft.com/office/drawing/2014/main" id="{10EC899D-2283-0E77-4F47-6F8EB3FC9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80188" y="1148286"/>
              <a:ext cx="7752200" cy="4206100"/>
            </a:xfrm>
            <a:prstGeom prst="rect">
              <a:avLst/>
            </a:prstGeom>
          </p:spPr>
        </p:pic>
        <p:sp>
          <p:nvSpPr>
            <p:cNvPr id="1035" name="CasellaDiTesto 1034">
              <a:extLst>
                <a:ext uri="{FF2B5EF4-FFF2-40B4-BE49-F238E27FC236}">
                  <a16:creationId xmlns:a16="http://schemas.microsoft.com/office/drawing/2014/main" id="{65711D1A-5B1F-9014-D0F2-50CE2E1EE312}"/>
                </a:ext>
              </a:extLst>
            </p:cNvPr>
            <p:cNvSpPr txBox="1"/>
            <p:nvPr/>
          </p:nvSpPr>
          <p:spPr>
            <a:xfrm>
              <a:off x="2369222" y="2265786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Training data</a:t>
              </a:r>
            </a:p>
          </p:txBody>
        </p:sp>
        <p:sp>
          <p:nvSpPr>
            <p:cNvPr id="1036" name="CasellaDiTesto 1035">
              <a:extLst>
                <a:ext uri="{FF2B5EF4-FFF2-40B4-BE49-F238E27FC236}">
                  <a16:creationId xmlns:a16="http://schemas.microsoft.com/office/drawing/2014/main" id="{B63B8D78-8AF9-D459-D4AE-AD8CF760A349}"/>
                </a:ext>
              </a:extLst>
            </p:cNvPr>
            <p:cNvSpPr txBox="1"/>
            <p:nvPr/>
          </p:nvSpPr>
          <p:spPr>
            <a:xfrm>
              <a:off x="4216890" y="1198986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Ubuntu Sans" pitchFamily="2" charset="0"/>
                </a:rPr>
                <a:t>B</a:t>
              </a:r>
              <a:r>
                <a:rPr lang="en-US" sz="1200" noProof="0" dirty="0" err="1">
                  <a:latin typeface="Ubuntu Sans" pitchFamily="2" charset="0"/>
                </a:rPr>
                <a:t>ootstrap</a:t>
              </a:r>
              <a:r>
                <a:rPr lang="en-US" sz="1200" noProof="0" dirty="0">
                  <a:latin typeface="Ubuntu Sans" pitchFamily="2" charset="0"/>
                </a:rPr>
                <a:t> samples</a:t>
              </a:r>
            </a:p>
          </p:txBody>
        </p:sp>
        <p:sp>
          <p:nvSpPr>
            <p:cNvPr id="1037" name="CasellaDiTesto 1036">
              <a:extLst>
                <a:ext uri="{FF2B5EF4-FFF2-40B4-BE49-F238E27FC236}">
                  <a16:creationId xmlns:a16="http://schemas.microsoft.com/office/drawing/2014/main" id="{3994DD41-A336-7B9B-2013-5B4AFBF6D5AA}"/>
                </a:ext>
              </a:extLst>
            </p:cNvPr>
            <p:cNvSpPr txBox="1"/>
            <p:nvPr/>
          </p:nvSpPr>
          <p:spPr>
            <a:xfrm>
              <a:off x="6005050" y="1198986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Base learners</a:t>
              </a:r>
            </a:p>
          </p:txBody>
        </p:sp>
        <p:sp>
          <p:nvSpPr>
            <p:cNvPr id="1038" name="CasellaDiTesto 1037">
              <a:extLst>
                <a:ext uri="{FF2B5EF4-FFF2-40B4-BE49-F238E27FC236}">
                  <a16:creationId xmlns:a16="http://schemas.microsoft.com/office/drawing/2014/main" id="{ED5A2025-9A09-4B39-7771-948484BCBAB7}"/>
                </a:ext>
              </a:extLst>
            </p:cNvPr>
            <p:cNvSpPr txBox="1"/>
            <p:nvPr/>
          </p:nvSpPr>
          <p:spPr>
            <a:xfrm>
              <a:off x="7242813" y="1112097"/>
              <a:ext cx="1592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Individual predictions</a:t>
              </a:r>
            </a:p>
          </p:txBody>
        </p:sp>
        <p:sp>
          <p:nvSpPr>
            <p:cNvPr id="1039" name="CasellaDiTesto 1038">
              <a:extLst>
                <a:ext uri="{FF2B5EF4-FFF2-40B4-BE49-F238E27FC236}">
                  <a16:creationId xmlns:a16="http://schemas.microsoft.com/office/drawing/2014/main" id="{C7439837-B549-1064-4F9A-620D519A9326}"/>
                </a:ext>
              </a:extLst>
            </p:cNvPr>
            <p:cNvSpPr txBox="1"/>
            <p:nvPr/>
          </p:nvSpPr>
          <p:spPr>
            <a:xfrm>
              <a:off x="5984198" y="1848365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 Mono" panose="020B0309030602030204" pitchFamily="49" charset="0"/>
                </a:rPr>
                <a:t>Learner 1</a:t>
              </a:r>
            </a:p>
          </p:txBody>
        </p:sp>
        <p:sp>
          <p:nvSpPr>
            <p:cNvPr id="1040" name="CasellaDiTesto 1039">
              <a:extLst>
                <a:ext uri="{FF2B5EF4-FFF2-40B4-BE49-F238E27FC236}">
                  <a16:creationId xmlns:a16="http://schemas.microsoft.com/office/drawing/2014/main" id="{9C9CEA20-F33B-F008-A05C-214E55856735}"/>
                </a:ext>
              </a:extLst>
            </p:cNvPr>
            <p:cNvSpPr txBox="1"/>
            <p:nvPr/>
          </p:nvSpPr>
          <p:spPr>
            <a:xfrm>
              <a:off x="5984198" y="3056679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 Mono" panose="020B0309030602030204" pitchFamily="49" charset="0"/>
                </a:rPr>
                <a:t>Learner 2</a:t>
              </a:r>
            </a:p>
          </p:txBody>
        </p:sp>
        <p:sp>
          <p:nvSpPr>
            <p:cNvPr id="1041" name="CasellaDiTesto 1040">
              <a:extLst>
                <a:ext uri="{FF2B5EF4-FFF2-40B4-BE49-F238E27FC236}">
                  <a16:creationId xmlns:a16="http://schemas.microsoft.com/office/drawing/2014/main" id="{984AA999-DC5B-CCFB-4F5C-C77DF1C1008E}"/>
                </a:ext>
              </a:extLst>
            </p:cNvPr>
            <p:cNvSpPr txBox="1"/>
            <p:nvPr/>
          </p:nvSpPr>
          <p:spPr>
            <a:xfrm>
              <a:off x="5978102" y="4428279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 Mono" panose="020B0309030602030204" pitchFamily="49" charset="0"/>
                </a:rPr>
                <a:t>Learner 3</a:t>
              </a:r>
            </a:p>
          </p:txBody>
        </p:sp>
        <p:sp>
          <p:nvSpPr>
            <p:cNvPr id="1042" name="TextBox 147">
              <a:extLst>
                <a:ext uri="{FF2B5EF4-FFF2-40B4-BE49-F238E27FC236}">
                  <a16:creationId xmlns:a16="http://schemas.microsoft.com/office/drawing/2014/main" id="{2EDBA2AF-E1E4-C4E1-07B9-4DEB096F557B}"/>
                </a:ext>
              </a:extLst>
            </p:cNvPr>
            <p:cNvSpPr txBox="1"/>
            <p:nvPr/>
          </p:nvSpPr>
          <p:spPr>
            <a:xfrm>
              <a:off x="7806976" y="1692899"/>
              <a:ext cx="401072" cy="246221"/>
            </a:xfrm>
            <a:prstGeom prst="rect">
              <a:avLst/>
            </a:prstGeom>
            <a:solidFill>
              <a:srgbClr val="F0D3B8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00" noProof="0" dirty="0">
                  <a:solidFill>
                    <a:srgbClr val="704E2E"/>
                  </a:solidFill>
                  <a:latin typeface="Ubuntu Sans Mono Medium" panose="020B0309030602030204" pitchFamily="49" charset="0"/>
                </a:rPr>
                <a:t>YES</a:t>
              </a:r>
            </a:p>
          </p:txBody>
        </p:sp>
        <p:sp>
          <p:nvSpPr>
            <p:cNvPr id="1043" name="TextBox 149">
              <a:extLst>
                <a:ext uri="{FF2B5EF4-FFF2-40B4-BE49-F238E27FC236}">
                  <a16:creationId xmlns:a16="http://schemas.microsoft.com/office/drawing/2014/main" id="{AFEDDB8F-1637-8100-763E-709FCFE31696}"/>
                </a:ext>
              </a:extLst>
            </p:cNvPr>
            <p:cNvSpPr txBox="1"/>
            <p:nvPr/>
          </p:nvSpPr>
          <p:spPr>
            <a:xfrm>
              <a:off x="7783406" y="4443667"/>
              <a:ext cx="400569" cy="246221"/>
            </a:xfrm>
            <a:prstGeom prst="rect">
              <a:avLst/>
            </a:prstGeom>
            <a:solidFill>
              <a:srgbClr val="704E2E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00">
                  <a:solidFill>
                    <a:srgbClr val="704E2E"/>
                  </a:solidFill>
                  <a:latin typeface="Ubuntu Sans Mono Medium" panose="020B0309030602030204" pitchFamily="49" charset="0"/>
                </a:defRPr>
              </a:lvl1pPr>
            </a:lstStyle>
            <a:p>
              <a:pPr algn="ctr"/>
              <a:r>
                <a:rPr lang="en-US" noProof="0" dirty="0">
                  <a:solidFill>
                    <a:srgbClr val="F0D3B8"/>
                  </a:solidFill>
                  <a:latin typeface="Ubuntu Sans Medium" pitchFamily="2" charset="0"/>
                </a:rPr>
                <a:t>NO</a:t>
              </a:r>
            </a:p>
          </p:txBody>
        </p:sp>
        <p:sp>
          <p:nvSpPr>
            <p:cNvPr id="1044" name="TextBox 147">
              <a:extLst>
                <a:ext uri="{FF2B5EF4-FFF2-40B4-BE49-F238E27FC236}">
                  <a16:creationId xmlns:a16="http://schemas.microsoft.com/office/drawing/2014/main" id="{4BAEBA5A-8D07-3C5D-48C1-C1AC59401148}"/>
                </a:ext>
              </a:extLst>
            </p:cNvPr>
            <p:cNvSpPr txBox="1"/>
            <p:nvPr/>
          </p:nvSpPr>
          <p:spPr>
            <a:xfrm>
              <a:off x="7806976" y="3020957"/>
              <a:ext cx="401072" cy="246221"/>
            </a:xfrm>
            <a:prstGeom prst="rect">
              <a:avLst/>
            </a:prstGeom>
            <a:solidFill>
              <a:srgbClr val="F0D3B8"/>
            </a:solidFill>
            <a:ln>
              <a:solidFill>
                <a:srgbClr val="704E2E"/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00" noProof="0" dirty="0">
                  <a:solidFill>
                    <a:srgbClr val="704E2E"/>
                  </a:solidFill>
                  <a:latin typeface="Ubuntu Sans Mono Medium" panose="020B0309030602030204" pitchFamily="49" charset="0"/>
                </a:rPr>
                <a:t>YES</a:t>
              </a:r>
            </a:p>
          </p:txBody>
        </p:sp>
        <p:sp>
          <p:nvSpPr>
            <p:cNvPr id="1045" name="CasellaDiTesto 1044">
              <a:extLst>
                <a:ext uri="{FF2B5EF4-FFF2-40B4-BE49-F238E27FC236}">
                  <a16:creationId xmlns:a16="http://schemas.microsoft.com/office/drawing/2014/main" id="{E616B6BE-1E7E-C871-7E21-56A921D5BCBA}"/>
                </a:ext>
              </a:extLst>
            </p:cNvPr>
            <p:cNvSpPr txBox="1"/>
            <p:nvPr/>
          </p:nvSpPr>
          <p:spPr>
            <a:xfrm>
              <a:off x="8341271" y="3702531"/>
              <a:ext cx="164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noProof="0" dirty="0">
                  <a:latin typeface="Ubuntu Sans" pitchFamily="2" charset="0"/>
                </a:rPr>
                <a:t>Final prediction</a:t>
              </a:r>
            </a:p>
          </p:txBody>
        </p:sp>
      </p:grpSp>
      <p:sp>
        <p:nvSpPr>
          <p:cNvPr id="31" name="bagging title" hidden="1">
            <a:extLst>
              <a:ext uri="{FF2B5EF4-FFF2-40B4-BE49-F238E27FC236}">
                <a16:creationId xmlns:a16="http://schemas.microsoft.com/office/drawing/2014/main" id="{7F5F029F-2BD4-68C4-1B2C-D370BFFFD6C7}"/>
              </a:ext>
            </a:extLst>
          </p:cNvPr>
          <p:cNvSpPr txBox="1"/>
          <p:nvPr/>
        </p:nvSpPr>
        <p:spPr>
          <a:xfrm>
            <a:off x="3751668" y="722632"/>
            <a:ext cx="4688664" cy="500723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Ubuntu Sans SemiBold" pitchFamily="2" charset="0"/>
              </a:rPr>
              <a:t>Online BAGGING</a:t>
            </a:r>
          </a:p>
        </p:txBody>
      </p:sp>
      <p:sp>
        <p:nvSpPr>
          <p:cNvPr id="33" name="bagging legenda" hidden="1">
            <a:extLst>
              <a:ext uri="{FF2B5EF4-FFF2-40B4-BE49-F238E27FC236}">
                <a16:creationId xmlns:a16="http://schemas.microsoft.com/office/drawing/2014/main" id="{BCF39B80-696F-E5BF-4D51-E02068527C05}"/>
              </a:ext>
            </a:extLst>
          </p:cNvPr>
          <p:cNvSpPr txBox="1"/>
          <p:nvPr/>
        </p:nvSpPr>
        <p:spPr>
          <a:xfrm>
            <a:off x="2186256" y="5426944"/>
            <a:ext cx="77562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Example of prediction by an ensemble with 3 base learners 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with</a:t>
            </a:r>
            <a:r>
              <a:rPr lang="en-US" sz="1200" i="1" noProof="0" dirty="0">
                <a:solidFill>
                  <a:schemeClr val="bg1">
                    <a:lumMod val="75000"/>
                  </a:schemeClr>
                </a:solidFill>
                <a:latin typeface="Ubuntu Sans Mono" panose="020B0309030602030204" pitchFamily="49" charset="0"/>
              </a:rPr>
              <a:t> </a:t>
            </a:r>
            <a:r>
              <a:rPr lang="en-US" sz="1200" i="1" noProof="0" dirty="0">
                <a:latin typeface="Ubuntu Sans Mono" panose="020B0309030602030204" pitchFamily="49" charset="0"/>
              </a:rPr>
              <a:t>Poisson bagging</a:t>
            </a:r>
          </a:p>
        </p:txBody>
      </p:sp>
      <p:sp>
        <p:nvSpPr>
          <p:cNvPr id="1055" name="velina bagging" hidden="1">
            <a:extLst>
              <a:ext uri="{FF2B5EF4-FFF2-40B4-BE49-F238E27FC236}">
                <a16:creationId xmlns:a16="http://schemas.microsoft.com/office/drawing/2014/main" id="{A25D65CC-BFEB-FE1B-D4E2-E94988614065}"/>
              </a:ext>
            </a:extLst>
          </p:cNvPr>
          <p:cNvSpPr/>
          <p:nvPr/>
        </p:nvSpPr>
        <p:spPr>
          <a:xfrm>
            <a:off x="6029656" y="1148286"/>
            <a:ext cx="3904396" cy="421931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Rettangolo 1028" hidden="1">
            <a:extLst>
              <a:ext uri="{FF2B5EF4-FFF2-40B4-BE49-F238E27FC236}">
                <a16:creationId xmlns:a16="http://schemas.microsoft.com/office/drawing/2014/main" id="{E28755B0-BF27-C0D5-1E5A-33961A56912E}"/>
              </a:ext>
            </a:extLst>
          </p:cNvPr>
          <p:cNvSpPr/>
          <p:nvPr/>
        </p:nvSpPr>
        <p:spPr>
          <a:xfrm>
            <a:off x="2186256" y="1161499"/>
            <a:ext cx="3827231" cy="4192888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72613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5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25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5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5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/>
      <p:bldP spid="63" grpId="0" animBg="1"/>
      <p:bldP spid="1024" grpId="0"/>
      <p:bldP spid="1047" grpId="0" animBg="1"/>
      <p:bldP spid="1047" grpId="1" animBg="1"/>
      <p:bldP spid="1025" grpId="0"/>
      <p:bldP spid="1027" grpId="0" animBg="1"/>
      <p:bldP spid="1059" grpId="0"/>
      <p:bldP spid="1057" grpId="0" animBg="1"/>
      <p:bldP spid="1057" grpId="1" animBg="1"/>
      <p:bldP spid="1058" grpId="0" animBg="1"/>
      <p:bldP spid="1029" grpId="0" animBg="1"/>
      <p:bldP spid="1029" grpId="1" animBg="1"/>
      <p:bldP spid="31" grpId="0"/>
      <p:bldP spid="31" grpId="1"/>
      <p:bldP spid="33" grpId="0"/>
      <p:bldP spid="33" grpId="1"/>
      <p:bldP spid="1055" grpId="0" animBg="1"/>
      <p:bldP spid="1055" grpId="1" animBg="1"/>
      <p:bldP spid="28" grpId="0" animBg="1"/>
      <p:bldP spid="2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0C2D-491F-B76A-2506-C84B118A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712B9B86-C4F9-F36C-6A0D-ABEF4617F1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F4CE9CBE-1096-C879-A3C3-890A63F158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20708" y="-661030"/>
            <a:ext cx="4155341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F9A9C-15BB-E7F6-ED00-731CB39E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55A631-D6A1-D6BC-D8DD-D3C7EACDC0AB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6679656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</a:rPr>
              <a:t>HoeffdingTree</a:t>
            </a:r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</a:rPr>
              <a:t> &amp; ADWIN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1485E9F-F803-9475-012B-C51F6A6B1B3B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CC5C17B0-5F3B-ED3C-E4A7-C39B1C097A7D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FB080D5-2DF5-9884-7159-ED88812E854C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Technical Background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BBCF446A-25DE-E1DE-990A-0A098C9927C0}"/>
              </a:ext>
            </a:extLst>
          </p:cNvPr>
          <p:cNvSpPr/>
          <p:nvPr/>
        </p:nvSpPr>
        <p:spPr>
          <a:xfrm>
            <a:off x="912501" y="5931603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D42DF034-D4D6-95D3-B059-D0EC72D748ED}"/>
              </a:ext>
            </a:extLst>
          </p:cNvPr>
          <p:cNvSpPr/>
          <p:nvPr/>
        </p:nvSpPr>
        <p:spPr>
          <a:xfrm rot="5400000">
            <a:off x="736011" y="6183302"/>
            <a:ext cx="352979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434B17F-C0C8-B833-EBA0-5AAFC2825361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1</a:t>
            </a:r>
            <a:endParaRPr lang="en-US" noProof="0" dirty="0"/>
          </a:p>
        </p:txBody>
      </p:sp>
      <p:sp>
        <p:nvSpPr>
          <p:cNvPr id="78" name="Rectangle 164">
            <a:extLst>
              <a:ext uri="{FF2B5EF4-FFF2-40B4-BE49-F238E27FC236}">
                <a16:creationId xmlns:a16="http://schemas.microsoft.com/office/drawing/2014/main" id="{F37AE049-AD0D-029D-7A3A-E343070CA402}"/>
              </a:ext>
            </a:extLst>
          </p:cNvPr>
          <p:cNvSpPr/>
          <p:nvPr/>
        </p:nvSpPr>
        <p:spPr>
          <a:xfrm>
            <a:off x="13097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79" name="Rectangle 166">
            <a:extLst>
              <a:ext uri="{FF2B5EF4-FFF2-40B4-BE49-F238E27FC236}">
                <a16:creationId xmlns:a16="http://schemas.microsoft.com/office/drawing/2014/main" id="{E77D1DDD-E29F-39A5-5E29-B94BF2D8ED73}"/>
              </a:ext>
            </a:extLst>
          </p:cNvPr>
          <p:cNvSpPr/>
          <p:nvPr/>
        </p:nvSpPr>
        <p:spPr>
          <a:xfrm>
            <a:off x="17415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80" name="Rectangle 168">
            <a:extLst>
              <a:ext uri="{FF2B5EF4-FFF2-40B4-BE49-F238E27FC236}">
                <a16:creationId xmlns:a16="http://schemas.microsoft.com/office/drawing/2014/main" id="{10AB72EE-8859-08D5-AAE3-7E5BD7528DE3}"/>
              </a:ext>
            </a:extLst>
          </p:cNvPr>
          <p:cNvSpPr/>
          <p:nvPr/>
        </p:nvSpPr>
        <p:spPr>
          <a:xfrm>
            <a:off x="2173343" y="5288072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81" name="Rectangle 170">
            <a:extLst>
              <a:ext uri="{FF2B5EF4-FFF2-40B4-BE49-F238E27FC236}">
                <a16:creationId xmlns:a16="http://schemas.microsoft.com/office/drawing/2014/main" id="{4628D256-B89A-F507-CA84-8AC675A97BAD}"/>
              </a:ext>
            </a:extLst>
          </p:cNvPr>
          <p:cNvSpPr/>
          <p:nvPr/>
        </p:nvSpPr>
        <p:spPr>
          <a:xfrm>
            <a:off x="26051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82" name="Rectangle 172">
            <a:extLst>
              <a:ext uri="{FF2B5EF4-FFF2-40B4-BE49-F238E27FC236}">
                <a16:creationId xmlns:a16="http://schemas.microsoft.com/office/drawing/2014/main" id="{43A8E726-A5B7-2315-635B-D19CF0F78B7E}"/>
              </a:ext>
            </a:extLst>
          </p:cNvPr>
          <p:cNvSpPr/>
          <p:nvPr/>
        </p:nvSpPr>
        <p:spPr>
          <a:xfrm>
            <a:off x="30369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1</a:t>
            </a:r>
          </a:p>
        </p:txBody>
      </p:sp>
      <p:sp>
        <p:nvSpPr>
          <p:cNvPr id="85" name="Rectangle 175">
            <a:extLst>
              <a:ext uri="{FF2B5EF4-FFF2-40B4-BE49-F238E27FC236}">
                <a16:creationId xmlns:a16="http://schemas.microsoft.com/office/drawing/2014/main" id="{382D149C-58E1-90AA-7F4D-32C25F2F7706}"/>
              </a:ext>
            </a:extLst>
          </p:cNvPr>
          <p:cNvSpPr/>
          <p:nvPr/>
        </p:nvSpPr>
        <p:spPr>
          <a:xfrm>
            <a:off x="1303404" y="5220085"/>
            <a:ext cx="1301740" cy="562608"/>
          </a:xfrm>
          <a:prstGeom prst="rect">
            <a:avLst/>
          </a:prstGeom>
          <a:noFill/>
          <a:ln>
            <a:solidFill>
              <a:srgbClr val="F0E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71" name="Gruppo 170">
            <a:extLst>
              <a:ext uri="{FF2B5EF4-FFF2-40B4-BE49-F238E27FC236}">
                <a16:creationId xmlns:a16="http://schemas.microsoft.com/office/drawing/2014/main" id="{C482EE4E-A25A-AE21-6141-A7ED3F866DC4}"/>
              </a:ext>
            </a:extLst>
          </p:cNvPr>
          <p:cNvGrpSpPr/>
          <p:nvPr/>
        </p:nvGrpSpPr>
        <p:grpSpPr>
          <a:xfrm>
            <a:off x="746161" y="5463532"/>
            <a:ext cx="394937" cy="91670"/>
            <a:chOff x="539456" y="5644307"/>
            <a:chExt cx="630233" cy="12662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4" name="Oval 13">
              <a:extLst>
                <a:ext uri="{FF2B5EF4-FFF2-40B4-BE49-F238E27FC236}">
                  <a16:creationId xmlns:a16="http://schemas.microsoft.com/office/drawing/2014/main" id="{DDB5EF2D-86B0-B944-D539-035091E58E21}"/>
                </a:ext>
              </a:extLst>
            </p:cNvPr>
            <p:cNvSpPr/>
            <p:nvPr/>
          </p:nvSpPr>
          <p:spPr>
            <a:xfrm>
              <a:off x="539456" y="5644307"/>
              <a:ext cx="148451" cy="12662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5" name="Oval 15">
              <a:extLst>
                <a:ext uri="{FF2B5EF4-FFF2-40B4-BE49-F238E27FC236}">
                  <a16:creationId xmlns:a16="http://schemas.microsoft.com/office/drawing/2014/main" id="{14F5BF91-09A1-26EE-F181-CE6CB944241C}"/>
                </a:ext>
              </a:extLst>
            </p:cNvPr>
            <p:cNvSpPr/>
            <p:nvPr/>
          </p:nvSpPr>
          <p:spPr>
            <a:xfrm>
              <a:off x="780347" y="5644307"/>
              <a:ext cx="148451" cy="12662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6" name="Oval 17">
              <a:extLst>
                <a:ext uri="{FF2B5EF4-FFF2-40B4-BE49-F238E27FC236}">
                  <a16:creationId xmlns:a16="http://schemas.microsoft.com/office/drawing/2014/main" id="{946A1D52-CB2A-7D44-603A-5B14EF0DCD1F}"/>
                </a:ext>
              </a:extLst>
            </p:cNvPr>
            <p:cNvSpPr/>
            <p:nvPr/>
          </p:nvSpPr>
          <p:spPr>
            <a:xfrm>
              <a:off x="1021238" y="5644307"/>
              <a:ext cx="148451" cy="12662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7" name="Gruppo 166">
            <a:extLst>
              <a:ext uri="{FF2B5EF4-FFF2-40B4-BE49-F238E27FC236}">
                <a16:creationId xmlns:a16="http://schemas.microsoft.com/office/drawing/2014/main" id="{211ABD52-063A-6E3D-7E12-9F34FEBB444A}"/>
              </a:ext>
            </a:extLst>
          </p:cNvPr>
          <p:cNvGrpSpPr/>
          <p:nvPr/>
        </p:nvGrpSpPr>
        <p:grpSpPr>
          <a:xfrm>
            <a:off x="1001398" y="1483891"/>
            <a:ext cx="2921220" cy="2490967"/>
            <a:chOff x="763404" y="1483891"/>
            <a:chExt cx="2921220" cy="24909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val 4">
                  <a:extLst>
                    <a:ext uri="{FF2B5EF4-FFF2-40B4-BE49-F238E27FC236}">
                      <a16:creationId xmlns:a16="http://schemas.microsoft.com/office/drawing/2014/main" id="{8325DC87-0592-08F6-709D-E723C9890AF3}"/>
                    </a:ext>
                  </a:extLst>
                </p:cNvPr>
                <p:cNvSpPr/>
                <p:nvPr/>
              </p:nvSpPr>
              <p:spPr>
                <a:xfrm>
                  <a:off x="1544255" y="1483891"/>
                  <a:ext cx="684000" cy="684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200" noProof="0" dirty="0">
                      <a:solidFill>
                        <a:schemeClr val="bg1"/>
                      </a:solidFill>
                    </a:rPr>
                    <a:t>&gt;0</a:t>
                  </a:r>
                </a:p>
              </p:txBody>
            </p:sp>
          </mc:Choice>
          <mc:Fallback xmlns="">
            <p:sp>
              <p:nvSpPr>
                <p:cNvPr id="68" name="Oval 4">
                  <a:extLst>
                    <a:ext uri="{FF2B5EF4-FFF2-40B4-BE49-F238E27FC236}">
                      <a16:creationId xmlns:a16="http://schemas.microsoft.com/office/drawing/2014/main" id="{8325DC87-0592-08F6-709D-E723C9890A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4255" y="1483891"/>
                  <a:ext cx="684000" cy="684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val 6">
                  <a:extLst>
                    <a:ext uri="{FF2B5EF4-FFF2-40B4-BE49-F238E27FC236}">
                      <a16:creationId xmlns:a16="http://schemas.microsoft.com/office/drawing/2014/main" id="{6581CA03-915A-FD08-D3FE-33A575A28B02}"/>
                    </a:ext>
                  </a:extLst>
                </p:cNvPr>
                <p:cNvSpPr/>
                <p:nvPr/>
              </p:nvSpPr>
              <p:spPr>
                <a:xfrm>
                  <a:off x="2344281" y="2423638"/>
                  <a:ext cx="684000" cy="684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sz="1200" noProof="0" dirty="0">
                      <a:solidFill>
                        <a:schemeClr val="bg1"/>
                      </a:solidFill>
                    </a:rPr>
                    <a:t>&gt;0</a:t>
                  </a:r>
                </a:p>
              </p:txBody>
            </p:sp>
          </mc:Choice>
          <mc:Fallback xmlns="">
            <p:sp>
              <p:nvSpPr>
                <p:cNvPr id="69" name="Oval 6">
                  <a:extLst>
                    <a:ext uri="{FF2B5EF4-FFF2-40B4-BE49-F238E27FC236}">
                      <a16:creationId xmlns:a16="http://schemas.microsoft.com/office/drawing/2014/main" id="{6581CA03-915A-FD08-D3FE-33A575A28B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4281" y="2423638"/>
                  <a:ext cx="684000" cy="6840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onnector: Curved 26">
              <a:extLst>
                <a:ext uri="{FF2B5EF4-FFF2-40B4-BE49-F238E27FC236}">
                  <a16:creationId xmlns:a16="http://schemas.microsoft.com/office/drawing/2014/main" id="{A1077DF0-FE08-8E97-0FC6-414113991C31}"/>
                </a:ext>
              </a:extLst>
            </p:cNvPr>
            <p:cNvCxnSpPr>
              <a:cxnSpLocks/>
              <a:stCxn id="68" idx="4"/>
              <a:endCxn id="92" idx="0"/>
            </p:cNvCxnSpPr>
            <p:nvPr/>
          </p:nvCxnSpPr>
          <p:spPr>
            <a:xfrm rot="5400000">
              <a:off x="1299902" y="1901394"/>
              <a:ext cx="319856" cy="85285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: Curved 27">
              <a:extLst>
                <a:ext uri="{FF2B5EF4-FFF2-40B4-BE49-F238E27FC236}">
                  <a16:creationId xmlns:a16="http://schemas.microsoft.com/office/drawing/2014/main" id="{BC49F398-BB88-9359-EAE9-BC87968BF7E9}"/>
                </a:ext>
              </a:extLst>
            </p:cNvPr>
            <p:cNvCxnSpPr>
              <a:cxnSpLocks/>
              <a:stCxn id="68" idx="4"/>
              <a:endCxn id="69" idx="0"/>
            </p:cNvCxnSpPr>
            <p:nvPr/>
          </p:nvCxnSpPr>
          <p:spPr>
            <a:xfrm rot="16200000" flipH="1">
              <a:off x="2158395" y="1895751"/>
              <a:ext cx="255747" cy="80002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Curved 30">
              <a:extLst>
                <a:ext uri="{FF2B5EF4-FFF2-40B4-BE49-F238E27FC236}">
                  <a16:creationId xmlns:a16="http://schemas.microsoft.com/office/drawing/2014/main" id="{3BBB90AC-9DF5-B22F-B0AD-08415CD31C77}"/>
                </a:ext>
              </a:extLst>
            </p:cNvPr>
            <p:cNvCxnSpPr>
              <a:cxnSpLocks/>
              <a:stCxn id="69" idx="4"/>
              <a:endCxn id="63" idx="0"/>
            </p:cNvCxnSpPr>
            <p:nvPr/>
          </p:nvCxnSpPr>
          <p:spPr>
            <a:xfrm rot="16200000" flipH="1">
              <a:off x="2886842" y="2907076"/>
              <a:ext cx="327220" cy="72834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: Curved 33">
              <a:extLst>
                <a:ext uri="{FF2B5EF4-FFF2-40B4-BE49-F238E27FC236}">
                  <a16:creationId xmlns:a16="http://schemas.microsoft.com/office/drawing/2014/main" id="{C0B6F0D6-900A-01E6-1631-DD29B237A204}"/>
                </a:ext>
              </a:extLst>
            </p:cNvPr>
            <p:cNvCxnSpPr>
              <a:cxnSpLocks/>
              <a:stCxn id="69" idx="4"/>
              <a:endCxn id="119" idx="0"/>
            </p:cNvCxnSpPr>
            <p:nvPr/>
          </p:nvCxnSpPr>
          <p:spPr>
            <a:xfrm rot="5400000">
              <a:off x="2150042" y="2894267"/>
              <a:ext cx="322869" cy="74961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11">
              <a:extLst>
                <a:ext uri="{FF2B5EF4-FFF2-40B4-BE49-F238E27FC236}">
                  <a16:creationId xmlns:a16="http://schemas.microsoft.com/office/drawing/2014/main" id="{9E29C16D-5D37-EC00-CA14-F73599B7D859}"/>
                </a:ext>
              </a:extLst>
            </p:cNvPr>
            <p:cNvGrpSpPr/>
            <p:nvPr/>
          </p:nvGrpSpPr>
          <p:grpSpPr>
            <a:xfrm>
              <a:off x="763404" y="2487747"/>
              <a:ext cx="540000" cy="540000"/>
              <a:chOff x="831476" y="3078992"/>
              <a:chExt cx="540000" cy="540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92" name="Rettangolo 19">
                <a:extLst>
                  <a:ext uri="{FF2B5EF4-FFF2-40B4-BE49-F238E27FC236}">
                    <a16:creationId xmlns:a16="http://schemas.microsoft.com/office/drawing/2014/main" id="{1767D3C9-A7AD-3694-E369-B6F97837BC3C}"/>
                  </a:ext>
                </a:extLst>
              </p:cNvPr>
              <p:cNvSpPr/>
              <p:nvPr/>
            </p:nvSpPr>
            <p:spPr>
              <a:xfrm>
                <a:off x="831476" y="3078992"/>
                <a:ext cx="540000" cy="540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93" name="Graphic 5" descr="Bar chart with solid fill">
                <a:extLst>
                  <a:ext uri="{FF2B5EF4-FFF2-40B4-BE49-F238E27FC236}">
                    <a16:creationId xmlns:a16="http://schemas.microsoft.com/office/drawing/2014/main" id="{3909585D-0971-2878-DB20-03D7D1F87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9548" y="3168055"/>
                <a:ext cx="403856" cy="403856"/>
              </a:xfrm>
              <a:prstGeom prst="rect">
                <a:avLst/>
              </a:prstGeom>
            </p:spPr>
          </p:pic>
        </p:grpSp>
        <p:grpSp>
          <p:nvGrpSpPr>
            <p:cNvPr id="165" name="Gruppo 164">
              <a:extLst>
                <a:ext uri="{FF2B5EF4-FFF2-40B4-BE49-F238E27FC236}">
                  <a16:creationId xmlns:a16="http://schemas.microsoft.com/office/drawing/2014/main" id="{8293D232-6F7C-4F67-6FEF-BAE0BE16CFB0}"/>
                </a:ext>
              </a:extLst>
            </p:cNvPr>
            <p:cNvGrpSpPr/>
            <p:nvPr/>
          </p:nvGrpSpPr>
          <p:grpSpPr>
            <a:xfrm>
              <a:off x="1666670" y="3430507"/>
              <a:ext cx="540000" cy="540000"/>
              <a:chOff x="1666670" y="3430507"/>
              <a:chExt cx="540000" cy="540000"/>
            </a:xfrm>
          </p:grpSpPr>
          <p:sp>
            <p:nvSpPr>
              <p:cNvPr id="119" name="Rettangolo 19">
                <a:extLst>
                  <a:ext uri="{FF2B5EF4-FFF2-40B4-BE49-F238E27FC236}">
                    <a16:creationId xmlns:a16="http://schemas.microsoft.com/office/drawing/2014/main" id="{B67963ED-40F1-A6B1-5C62-9EA44524E243}"/>
                  </a:ext>
                </a:extLst>
              </p:cNvPr>
              <p:cNvSpPr/>
              <p:nvPr/>
            </p:nvSpPr>
            <p:spPr>
              <a:xfrm>
                <a:off x="1666670" y="3430507"/>
                <a:ext cx="540000" cy="54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152" name="Graphic 24" descr="Bar chart with solid fill">
                <a:extLst>
                  <a:ext uri="{FF2B5EF4-FFF2-40B4-BE49-F238E27FC236}">
                    <a16:creationId xmlns:a16="http://schemas.microsoft.com/office/drawing/2014/main" id="{2181929E-EFA2-1489-726F-08C144C014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734742" y="3519570"/>
                <a:ext cx="403856" cy="403856"/>
              </a:xfrm>
              <a:prstGeom prst="rect">
                <a:avLst/>
              </a:prstGeom>
            </p:spPr>
          </p:pic>
        </p:grpSp>
        <p:grpSp>
          <p:nvGrpSpPr>
            <p:cNvPr id="166" name="Gruppo 165">
              <a:extLst>
                <a:ext uri="{FF2B5EF4-FFF2-40B4-BE49-F238E27FC236}">
                  <a16:creationId xmlns:a16="http://schemas.microsoft.com/office/drawing/2014/main" id="{0DBDDD5E-313B-5F6C-51A6-E1AF0313CFE0}"/>
                </a:ext>
              </a:extLst>
            </p:cNvPr>
            <p:cNvGrpSpPr/>
            <p:nvPr/>
          </p:nvGrpSpPr>
          <p:grpSpPr>
            <a:xfrm>
              <a:off x="3144624" y="3434858"/>
              <a:ext cx="540000" cy="540000"/>
              <a:chOff x="3144624" y="3434858"/>
              <a:chExt cx="540000" cy="540000"/>
            </a:xfrm>
          </p:grpSpPr>
          <p:sp>
            <p:nvSpPr>
              <p:cNvPr id="63" name="Rettangolo 19">
                <a:extLst>
                  <a:ext uri="{FF2B5EF4-FFF2-40B4-BE49-F238E27FC236}">
                    <a16:creationId xmlns:a16="http://schemas.microsoft.com/office/drawing/2014/main" id="{DC72F7E4-8EBD-4F9B-07B1-C88BD2F4B9ED}"/>
                  </a:ext>
                </a:extLst>
              </p:cNvPr>
              <p:cNvSpPr/>
              <p:nvPr/>
            </p:nvSpPr>
            <p:spPr>
              <a:xfrm>
                <a:off x="3144624" y="3434858"/>
                <a:ext cx="540000" cy="54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153" name="Graphic 31" descr="Bar chart with solid fill">
                <a:extLst>
                  <a:ext uri="{FF2B5EF4-FFF2-40B4-BE49-F238E27FC236}">
                    <a16:creationId xmlns:a16="http://schemas.microsoft.com/office/drawing/2014/main" id="{979BB5E3-9CDA-16CC-1F31-DC2B9F190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212696" y="3523921"/>
                <a:ext cx="403856" cy="403856"/>
              </a:xfrm>
              <a:prstGeom prst="rect">
                <a:avLst/>
              </a:prstGeom>
            </p:spPr>
          </p:pic>
        </p:grpSp>
      </p:grpSp>
      <p:sp>
        <p:nvSpPr>
          <p:cNvPr id="135" name="Rectangle: Diagonal Corners Rounded 86">
            <a:extLst>
              <a:ext uri="{FF2B5EF4-FFF2-40B4-BE49-F238E27FC236}">
                <a16:creationId xmlns:a16="http://schemas.microsoft.com/office/drawing/2014/main" id="{059D926D-C1EC-4AC6-E2DC-6E537396A98E}"/>
              </a:ext>
            </a:extLst>
          </p:cNvPr>
          <p:cNvSpPr/>
          <p:nvPr/>
        </p:nvSpPr>
        <p:spPr>
          <a:xfrm>
            <a:off x="1487058" y="1164034"/>
            <a:ext cx="1274382" cy="371810"/>
          </a:xfrm>
          <a:prstGeom prst="round2DiagRect">
            <a:avLst/>
          </a:prstGeom>
          <a:solidFill>
            <a:srgbClr val="F0E2C4"/>
          </a:solidFill>
          <a:ln>
            <a:noFill/>
          </a:ln>
          <a:effectLst>
            <a:outerShdw blurRad="63500" sx="102000" sy="102000" algn="ctr" rotWithShape="0">
              <a:schemeClr val="tx1"/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rgbClr val="A87445"/>
                </a:solidFill>
                <a:latin typeface="Ubuntu Sans" pitchFamily="2" charset="0"/>
              </a:rPr>
              <a:t>INSTANCE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E74F0E94-563F-4CF9-B543-FFF89AF05519}"/>
              </a:ext>
            </a:extLst>
          </p:cNvPr>
          <p:cNvSpPr txBox="1"/>
          <p:nvPr/>
        </p:nvSpPr>
        <p:spPr>
          <a:xfrm>
            <a:off x="7640248" y="1226101"/>
            <a:ext cx="1399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latin typeface="Ubuntu Sans SemiBold" pitchFamily="2" charset="0"/>
              </a:rPr>
              <a:t>TEST</a:t>
            </a:r>
            <a:endParaRPr lang="en-US" noProof="0" dirty="0"/>
          </a:p>
        </p:txBody>
      </p:sp>
      <p:sp>
        <p:nvSpPr>
          <p:cNvPr id="157" name="CasellaDiTesto 156">
            <a:extLst>
              <a:ext uri="{FF2B5EF4-FFF2-40B4-BE49-F238E27FC236}">
                <a16:creationId xmlns:a16="http://schemas.microsoft.com/office/drawing/2014/main" id="{46C1DB5F-13D2-67D5-679B-65F6957BA849}"/>
              </a:ext>
            </a:extLst>
          </p:cNvPr>
          <p:cNvSpPr txBox="1"/>
          <p:nvPr/>
        </p:nvSpPr>
        <p:spPr>
          <a:xfrm>
            <a:off x="7640247" y="1601239"/>
            <a:ext cx="3007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Ubuntu Sans" pitchFamily="2" charset="0"/>
              </a:rPr>
              <a:t>1.  Prediction</a:t>
            </a:r>
          </a:p>
        </p:txBody>
      </p:sp>
      <p:sp>
        <p:nvSpPr>
          <p:cNvPr id="158" name="CasellaDiTesto 157">
            <a:extLst>
              <a:ext uri="{FF2B5EF4-FFF2-40B4-BE49-F238E27FC236}">
                <a16:creationId xmlns:a16="http://schemas.microsoft.com/office/drawing/2014/main" id="{A22452B4-B774-E4C7-E376-0BFE835F6C31}"/>
              </a:ext>
            </a:extLst>
          </p:cNvPr>
          <p:cNvSpPr txBox="1"/>
          <p:nvPr/>
        </p:nvSpPr>
        <p:spPr>
          <a:xfrm>
            <a:off x="7640247" y="1929486"/>
            <a:ext cx="3007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Ubuntu Sans" pitchFamily="2" charset="0"/>
              </a:rPr>
              <a:t>2.  </a:t>
            </a:r>
            <a:r>
              <a:rPr lang="en-US" sz="1600" dirty="0">
                <a:latin typeface="Ubuntu Sans" pitchFamily="2" charset="0"/>
              </a:rPr>
              <a:t>D</a:t>
            </a:r>
            <a:r>
              <a:rPr lang="en-US" sz="1600" noProof="0" dirty="0">
                <a:latin typeface="Ubuntu Sans" pitchFamily="2" charset="0"/>
              </a:rPr>
              <a:t>rift detection</a:t>
            </a:r>
          </a:p>
        </p:txBody>
      </p:sp>
      <p:grpSp>
        <p:nvGrpSpPr>
          <p:cNvPr id="161" name="Gruppo 160">
            <a:extLst>
              <a:ext uri="{FF2B5EF4-FFF2-40B4-BE49-F238E27FC236}">
                <a16:creationId xmlns:a16="http://schemas.microsoft.com/office/drawing/2014/main" id="{BDE8852B-A5A4-A25E-A4F8-5C85D32DD7C4}"/>
              </a:ext>
            </a:extLst>
          </p:cNvPr>
          <p:cNvGrpSpPr/>
          <p:nvPr/>
        </p:nvGrpSpPr>
        <p:grpSpPr>
          <a:xfrm>
            <a:off x="7729447" y="2423637"/>
            <a:ext cx="3537862" cy="1654819"/>
            <a:chOff x="7729447" y="2423637"/>
            <a:chExt cx="3537862" cy="1654819"/>
          </a:xfrm>
        </p:grpSpPr>
        <p:sp>
          <p:nvSpPr>
            <p:cNvPr id="160" name="Rettangolo 159">
              <a:extLst>
                <a:ext uri="{FF2B5EF4-FFF2-40B4-BE49-F238E27FC236}">
                  <a16:creationId xmlns:a16="http://schemas.microsoft.com/office/drawing/2014/main" id="{9F0C39D3-A624-E94C-27A4-466A853DF497}"/>
                </a:ext>
              </a:extLst>
            </p:cNvPr>
            <p:cNvSpPr/>
            <p:nvPr/>
          </p:nvSpPr>
          <p:spPr>
            <a:xfrm>
              <a:off x="7729447" y="2423637"/>
              <a:ext cx="3537862" cy="1654819"/>
            </a:xfrm>
            <a:prstGeom prst="rect">
              <a:avLst/>
            </a:prstGeom>
            <a:solidFill>
              <a:srgbClr val="F0E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582DACE8-6D08-7888-0725-2A60E05FC79A}"/>
                </a:ext>
              </a:extLst>
            </p:cNvPr>
            <p:cNvSpPr txBox="1"/>
            <p:nvPr/>
          </p:nvSpPr>
          <p:spPr>
            <a:xfrm>
              <a:off x="7890734" y="2466216"/>
              <a:ext cx="326786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noProof="0" dirty="0">
                  <a:solidFill>
                    <a:srgbClr val="704E2E"/>
                  </a:solidFill>
                  <a:latin typeface="Ubuntu Sans SemiBold" pitchFamily="2" charset="0"/>
                </a:rPr>
                <a:t>ADWIN:  </a:t>
              </a:r>
              <a:r>
                <a:rPr lang="en-US" sz="1600" noProof="0" dirty="0">
                  <a:solidFill>
                    <a:srgbClr val="704E2E"/>
                  </a:solidFill>
                  <a:latin typeface="Ubuntu Sans" pitchFamily="2" charset="0"/>
                </a:rPr>
                <a:t>sliding window monitoring prediction errors to detect distribution shifts</a:t>
              </a:r>
            </a:p>
            <a:p>
              <a:endParaRPr lang="en-US" sz="1600" noProof="0" dirty="0">
                <a:solidFill>
                  <a:srgbClr val="704E2E"/>
                </a:solidFill>
                <a:latin typeface="Ubuntu Sans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0" dirty="0">
                  <a:solidFill>
                    <a:srgbClr val="704E2E"/>
                  </a:solidFill>
                  <a:latin typeface="Ubuntu Sans" pitchFamily="2" charset="0"/>
                </a:rPr>
                <a:t>Warning detector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0" dirty="0">
                  <a:solidFill>
                    <a:srgbClr val="704E2E"/>
                  </a:solidFill>
                  <a:latin typeface="Ubuntu Sans" pitchFamily="2" charset="0"/>
                </a:rPr>
                <a:t>Drift detector</a:t>
              </a:r>
            </a:p>
          </p:txBody>
        </p:sp>
      </p:grpSp>
      <p:sp>
        <p:nvSpPr>
          <p:cNvPr id="169" name="Rectangle: Diagonal Corners Rounded 86">
            <a:extLst>
              <a:ext uri="{FF2B5EF4-FFF2-40B4-BE49-F238E27FC236}">
                <a16:creationId xmlns:a16="http://schemas.microsoft.com/office/drawing/2014/main" id="{F9B5C029-524A-3206-40BB-CB6A7C65B430}"/>
              </a:ext>
            </a:extLst>
          </p:cNvPr>
          <p:cNvSpPr/>
          <p:nvPr/>
        </p:nvSpPr>
        <p:spPr>
          <a:xfrm>
            <a:off x="3131334" y="3601172"/>
            <a:ext cx="1042568" cy="371810"/>
          </a:xfrm>
          <a:prstGeom prst="round2DiagRect">
            <a:avLst/>
          </a:prstGeom>
          <a:solidFill>
            <a:srgbClr val="F0E2C4"/>
          </a:solidFill>
          <a:ln>
            <a:noFill/>
          </a:ln>
          <a:effectLst>
            <a:outerShdw blurRad="63500" sx="102000" sy="102000" algn="ctr" rotWithShape="0">
              <a:schemeClr val="tx1"/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rgbClr val="A87445"/>
                </a:solidFill>
                <a:latin typeface="Ubuntu Sans" pitchFamily="2" charset="0"/>
              </a:rPr>
              <a:t>LABEL</a:t>
            </a:r>
          </a:p>
        </p:txBody>
      </p:sp>
      <p:sp>
        <p:nvSpPr>
          <p:cNvPr id="170" name="Rectangle 174">
            <a:extLst>
              <a:ext uri="{FF2B5EF4-FFF2-40B4-BE49-F238E27FC236}">
                <a16:creationId xmlns:a16="http://schemas.microsoft.com/office/drawing/2014/main" id="{AB1E1F81-839D-5709-2B05-CF01D2FBBA58}"/>
              </a:ext>
            </a:extLst>
          </p:cNvPr>
          <p:cNvSpPr/>
          <p:nvPr/>
        </p:nvSpPr>
        <p:spPr>
          <a:xfrm>
            <a:off x="3442364" y="3491571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1</a:t>
            </a:r>
          </a:p>
        </p:txBody>
      </p:sp>
      <p:sp>
        <p:nvSpPr>
          <p:cNvPr id="89" name="Rectangle 177">
            <a:extLst>
              <a:ext uri="{FF2B5EF4-FFF2-40B4-BE49-F238E27FC236}">
                <a16:creationId xmlns:a16="http://schemas.microsoft.com/office/drawing/2014/main" id="{AB173335-A878-6338-BA15-BFD5AA696529}"/>
              </a:ext>
            </a:extLst>
          </p:cNvPr>
          <p:cNvSpPr/>
          <p:nvPr/>
        </p:nvSpPr>
        <p:spPr>
          <a:xfrm>
            <a:off x="2593880" y="5220085"/>
            <a:ext cx="874863" cy="562608"/>
          </a:xfrm>
          <a:prstGeom prst="rect">
            <a:avLst/>
          </a:prstGeom>
          <a:noFill/>
          <a:ln>
            <a:solidFill>
              <a:srgbClr val="F0E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CasellaDiTesto 7">
            <a:extLst>
              <a:ext uri="{FF2B5EF4-FFF2-40B4-BE49-F238E27FC236}">
                <a16:creationId xmlns:a16="http://schemas.microsoft.com/office/drawing/2014/main" id="{C7A9E8A5-4C41-E2DF-2EF3-60ABF3FA41C0}"/>
              </a:ext>
            </a:extLst>
          </p:cNvPr>
          <p:cNvSpPr txBox="1"/>
          <p:nvPr/>
        </p:nvSpPr>
        <p:spPr>
          <a:xfrm rot="16200000">
            <a:off x="30151" y="1944285"/>
            <a:ext cx="12485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0" dirty="0">
                <a:solidFill>
                  <a:schemeClr val="bg1">
                    <a:lumMod val="95000"/>
                  </a:schemeClr>
                </a:solidFill>
                <a:latin typeface="Ubuntu Sans Mono" panose="020B0309030602030204" pitchFamily="49" charset="0"/>
              </a:rPr>
              <a:t>Base learner</a:t>
            </a:r>
          </a:p>
        </p:txBody>
      </p:sp>
      <p:sp>
        <p:nvSpPr>
          <p:cNvPr id="9" name="TextBox 149">
            <a:extLst>
              <a:ext uri="{FF2B5EF4-FFF2-40B4-BE49-F238E27FC236}">
                <a16:creationId xmlns:a16="http://schemas.microsoft.com/office/drawing/2014/main" id="{E923D083-A5D8-16C2-40D9-A46ECDC81ADF}"/>
              </a:ext>
            </a:extLst>
          </p:cNvPr>
          <p:cNvSpPr txBox="1"/>
          <p:nvPr/>
        </p:nvSpPr>
        <p:spPr>
          <a:xfrm>
            <a:off x="4360627" y="3346556"/>
            <a:ext cx="328936" cy="215444"/>
          </a:xfrm>
          <a:prstGeom prst="rect">
            <a:avLst/>
          </a:prstGeom>
          <a:solidFill>
            <a:srgbClr val="704E2E"/>
          </a:solidFill>
          <a:ln>
            <a:solidFill>
              <a:schemeClr val="accent5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704E2E"/>
                </a:solidFill>
                <a:latin typeface="Ubuntu Sans Mono Medium" panose="020B0309030602030204" pitchFamily="49" charset="0"/>
              </a:defRPr>
            </a:lvl1pPr>
          </a:lstStyle>
          <a:p>
            <a:pPr algn="ctr"/>
            <a:r>
              <a:rPr lang="en-US" sz="800" noProof="0" dirty="0">
                <a:solidFill>
                  <a:srgbClr val="F0D3B8"/>
                </a:solidFill>
                <a:latin typeface="Ubuntu Sans Mono Medium" panose="020B0309030602030204"/>
              </a:rPr>
              <a:t>NO</a:t>
            </a:r>
          </a:p>
        </p:txBody>
      </p:sp>
      <p:sp>
        <p:nvSpPr>
          <p:cNvPr id="13" name="TextBox 147">
            <a:extLst>
              <a:ext uri="{FF2B5EF4-FFF2-40B4-BE49-F238E27FC236}">
                <a16:creationId xmlns:a16="http://schemas.microsoft.com/office/drawing/2014/main" id="{FE81A409-FE67-FC06-883F-D2112970396D}"/>
              </a:ext>
            </a:extLst>
          </p:cNvPr>
          <p:cNvSpPr txBox="1"/>
          <p:nvPr/>
        </p:nvSpPr>
        <p:spPr>
          <a:xfrm>
            <a:off x="4318000" y="3663967"/>
            <a:ext cx="401072" cy="246221"/>
          </a:xfrm>
          <a:prstGeom prst="rect">
            <a:avLst/>
          </a:prstGeom>
          <a:solidFill>
            <a:srgbClr val="F0D3B8"/>
          </a:solidFill>
          <a:ln>
            <a:solidFill>
              <a:srgbClr val="704E2E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000" noProof="0" dirty="0">
                <a:solidFill>
                  <a:srgbClr val="704E2E"/>
                </a:solidFill>
                <a:latin typeface="Ubuntu Sans Mono Medium" panose="020B0309030602030204" pitchFamily="49" charset="0"/>
              </a:rPr>
              <a:t>YES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5D2041-79E2-80A8-4643-7CED2242D2F7}"/>
              </a:ext>
            </a:extLst>
          </p:cNvPr>
          <p:cNvCxnSpPr/>
          <p:nvPr/>
        </p:nvCxnSpPr>
        <p:spPr>
          <a:xfrm flipV="1">
            <a:off x="3949700" y="3451860"/>
            <a:ext cx="368300" cy="6771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599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7.40741E-7 L -0.00013 0.00023 C 0.00013 0.00671 0.00039 0.01366 0.00065 0.0206 C 0.00091 0.02685 0.00169 0.03287 0.00143 0.03912 C 0.00143 0.0419 -0.00013 0.04745 -0.00013 0.04768 C -0.00039 0.05625 -0.00065 0.06528 -0.00091 0.07407 C -0.00117 0.07986 -0.00156 0.08518 -0.00156 0.09097 C -0.00156 0.09606 -0.00143 0.10116 -0.00091 0.10625 C -0.00078 0.10787 -0.00039 0.10926 -0.00013 0.11065 C 0.00234 0.12523 -0.00156 0.1044 0.00221 0.12454 C 0.00273 0.12731 0.00312 0.13102 0.00456 0.13287 C 0.00521 0.1338 0.00612 0.1338 0.00703 0.13426 C 0.00768 0.13565 0.00833 0.1375 0.00924 0.13866 C 0.01002 0.13935 0.01094 0.13935 0.01159 0.14005 C 0.01797 0.1456 0.0095 0.14028 0.01706 0.14398 C 0.01797 0.14444 0.01875 0.14514 0.01953 0.1456 C 0.02174 0.14676 0.02682 0.14907 0.02956 0.14977 C 0.03164 0.15046 0.04127 0.15208 0.04297 0.15255 L 0.06263 0.15532 C 0.06406 0.15625 0.06641 0.15579 0.06732 0.1581 C 0.07187 0.17037 0.06641 0.15486 0.06966 0.16667 C 0.07005 0.16805 0.0707 0.16944 0.07122 0.17083 C 0.07292 0.18032 0.07096 0.16852 0.07266 0.18333 C 0.07292 0.18472 0.07331 0.18611 0.07357 0.1875 C 0.07474 0.20486 0.07474 0.19884 0.07357 0.22268 C 0.07305 0.23125 0.07266 0.22963 0.072 0.23657 C 0.07174 0.23958 0.07148 0.24236 0.07122 0.24491 C 0.07148 0.24722 0.07252 0.25949 0.07357 0.26065 L 0.07591 0.26343 C 0.07851 0.27037 0.07669 0.26643 0.08216 0.27315 L 0.08685 0.2787 L 0.09401 0.2831 L 0.09622 0.28426 C 0.09713 0.28518 0.09779 0.28634 0.09857 0.28704 C 0.10013 0.28843 0.10325 0.29005 0.10325 0.29028 C 0.10872 0.2963 0.10625 0.29444 0.11042 0.29699 C 0.11588 0.31204 0.10716 0.28912 0.11432 0.30532 C 0.11797 0.31389 0.11693 0.31319 0.11979 0.32222 C 0.12018 0.32384 0.12096 0.32477 0.12135 0.32639 C 0.12135 0.32662 0.12331 0.3368 0.1237 0.33889 L 0.12461 0.34329 C 0.1237 0.35278 0.12448 0.34907 0.12292 0.35463 " pathEditMode="relative" rAng="0" ptsTypes="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59" y="1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2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069 L 0.00208 0.26204 " pathEditMode="relative" rAng="0" ptsTypes="AA">
                                      <p:cBhvr>
                                        <p:cTn id="100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1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5" grpId="0" animBg="1"/>
      <p:bldP spid="135" grpId="0" animBg="1"/>
      <p:bldP spid="135" grpId="1" animBg="1"/>
      <p:bldP spid="135" grpId="2" animBg="1"/>
      <p:bldP spid="156" grpId="0"/>
      <p:bldP spid="157" grpId="0"/>
      <p:bldP spid="158" grpId="0"/>
      <p:bldP spid="169" grpId="0" animBg="1"/>
      <p:bldP spid="169" grpId="1" animBg="1"/>
      <p:bldP spid="170" grpId="0" animBg="1"/>
      <p:bldP spid="170" grpId="1" animBg="1"/>
      <p:bldP spid="89" grpId="0" animBg="1"/>
      <p:bldP spid="6" grpId="0"/>
      <p:bldP spid="9" grpId="0" animBg="1"/>
      <p:bldP spid="9" grpId="1" animBg="1"/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8606-5602-9F48-6784-AFE51F46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3A3440AB-0C90-7F83-D2F8-2867737EBE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92CDC10-BFBD-8ACD-6E77-B008875E3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20708" y="-661030"/>
            <a:ext cx="4155341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6718A-6472-4870-AE3F-5472875E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4EB5AA-2BE8-CE77-1257-3D6BA32C13B6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6679656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</a:rPr>
              <a:t>HoeffdingTree</a:t>
            </a:r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</a:rPr>
              <a:t> &amp; ADWIN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C1E11A0-52A8-5841-3DC0-1881078B01FE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BDBB0D68-3EED-AB9D-F24C-B7773FBBD9F8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4F7F41E-E968-E947-A948-51D199B748F4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Technical Background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3311C1E-4A65-AD97-7EC8-9F9B8296A801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1</a:t>
            </a:r>
            <a:endParaRPr lang="en-US" noProof="0" dirty="0"/>
          </a:p>
        </p:txBody>
      </p:sp>
      <p:sp>
        <p:nvSpPr>
          <p:cNvPr id="78" name="Rectangle 164">
            <a:extLst>
              <a:ext uri="{FF2B5EF4-FFF2-40B4-BE49-F238E27FC236}">
                <a16:creationId xmlns:a16="http://schemas.microsoft.com/office/drawing/2014/main" id="{832FF26D-A2FE-B8D3-ABE6-BBBAD55187E9}"/>
              </a:ext>
            </a:extLst>
          </p:cNvPr>
          <p:cNvSpPr/>
          <p:nvPr/>
        </p:nvSpPr>
        <p:spPr>
          <a:xfrm>
            <a:off x="13097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79" name="Rectangle 166">
            <a:extLst>
              <a:ext uri="{FF2B5EF4-FFF2-40B4-BE49-F238E27FC236}">
                <a16:creationId xmlns:a16="http://schemas.microsoft.com/office/drawing/2014/main" id="{B671D790-0B15-5862-8673-0ABEDA460AA9}"/>
              </a:ext>
            </a:extLst>
          </p:cNvPr>
          <p:cNvSpPr/>
          <p:nvPr/>
        </p:nvSpPr>
        <p:spPr>
          <a:xfrm>
            <a:off x="17415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80" name="Rectangle 168">
            <a:extLst>
              <a:ext uri="{FF2B5EF4-FFF2-40B4-BE49-F238E27FC236}">
                <a16:creationId xmlns:a16="http://schemas.microsoft.com/office/drawing/2014/main" id="{5ADEFAAD-18CA-6764-9084-52561BF26D3E}"/>
              </a:ext>
            </a:extLst>
          </p:cNvPr>
          <p:cNvSpPr/>
          <p:nvPr/>
        </p:nvSpPr>
        <p:spPr>
          <a:xfrm>
            <a:off x="2173343" y="5288072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81" name="Rectangle 170">
            <a:extLst>
              <a:ext uri="{FF2B5EF4-FFF2-40B4-BE49-F238E27FC236}">
                <a16:creationId xmlns:a16="http://schemas.microsoft.com/office/drawing/2014/main" id="{B2BC6DD1-BF40-CB00-EB7D-947F0C45B641}"/>
              </a:ext>
            </a:extLst>
          </p:cNvPr>
          <p:cNvSpPr/>
          <p:nvPr/>
        </p:nvSpPr>
        <p:spPr>
          <a:xfrm>
            <a:off x="26051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0</a:t>
            </a:r>
          </a:p>
        </p:txBody>
      </p:sp>
      <p:sp>
        <p:nvSpPr>
          <p:cNvPr id="82" name="Rectangle 172">
            <a:extLst>
              <a:ext uri="{FF2B5EF4-FFF2-40B4-BE49-F238E27FC236}">
                <a16:creationId xmlns:a16="http://schemas.microsoft.com/office/drawing/2014/main" id="{2E21FC9C-4934-ABD2-065B-84D76F23AB89}"/>
              </a:ext>
            </a:extLst>
          </p:cNvPr>
          <p:cNvSpPr/>
          <p:nvPr/>
        </p:nvSpPr>
        <p:spPr>
          <a:xfrm>
            <a:off x="3036943" y="5289809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1</a:t>
            </a:r>
          </a:p>
        </p:txBody>
      </p:sp>
      <p:sp>
        <p:nvSpPr>
          <p:cNvPr id="85" name="Rectangle 175">
            <a:extLst>
              <a:ext uri="{FF2B5EF4-FFF2-40B4-BE49-F238E27FC236}">
                <a16:creationId xmlns:a16="http://schemas.microsoft.com/office/drawing/2014/main" id="{37AC4BE8-E3A0-C8ED-B448-F4D4B8875BCE}"/>
              </a:ext>
            </a:extLst>
          </p:cNvPr>
          <p:cNvSpPr/>
          <p:nvPr/>
        </p:nvSpPr>
        <p:spPr>
          <a:xfrm>
            <a:off x="1303404" y="5220085"/>
            <a:ext cx="1301740" cy="562608"/>
          </a:xfrm>
          <a:prstGeom prst="rect">
            <a:avLst/>
          </a:prstGeom>
          <a:noFill/>
          <a:ln>
            <a:solidFill>
              <a:srgbClr val="F0E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71" name="Gruppo 170">
            <a:extLst>
              <a:ext uri="{FF2B5EF4-FFF2-40B4-BE49-F238E27FC236}">
                <a16:creationId xmlns:a16="http://schemas.microsoft.com/office/drawing/2014/main" id="{1A83FA2C-94E8-0E07-2B31-48ABBFEB8BC8}"/>
              </a:ext>
            </a:extLst>
          </p:cNvPr>
          <p:cNvGrpSpPr/>
          <p:nvPr/>
        </p:nvGrpSpPr>
        <p:grpSpPr>
          <a:xfrm>
            <a:off x="746161" y="5463532"/>
            <a:ext cx="394937" cy="91670"/>
            <a:chOff x="539456" y="5644307"/>
            <a:chExt cx="630233" cy="12662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4" name="Oval 13">
              <a:extLst>
                <a:ext uri="{FF2B5EF4-FFF2-40B4-BE49-F238E27FC236}">
                  <a16:creationId xmlns:a16="http://schemas.microsoft.com/office/drawing/2014/main" id="{185F4B78-B316-5356-797F-C5AB8FBAB42F}"/>
                </a:ext>
              </a:extLst>
            </p:cNvPr>
            <p:cNvSpPr/>
            <p:nvPr/>
          </p:nvSpPr>
          <p:spPr>
            <a:xfrm>
              <a:off x="539456" y="5644307"/>
              <a:ext cx="148451" cy="12662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5" name="Oval 15">
              <a:extLst>
                <a:ext uri="{FF2B5EF4-FFF2-40B4-BE49-F238E27FC236}">
                  <a16:creationId xmlns:a16="http://schemas.microsoft.com/office/drawing/2014/main" id="{8A1141EF-7224-9FA4-343B-F467C0EEE343}"/>
                </a:ext>
              </a:extLst>
            </p:cNvPr>
            <p:cNvSpPr/>
            <p:nvPr/>
          </p:nvSpPr>
          <p:spPr>
            <a:xfrm>
              <a:off x="780347" y="5644307"/>
              <a:ext cx="148451" cy="12662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6" name="Oval 17">
              <a:extLst>
                <a:ext uri="{FF2B5EF4-FFF2-40B4-BE49-F238E27FC236}">
                  <a16:creationId xmlns:a16="http://schemas.microsoft.com/office/drawing/2014/main" id="{84684882-DF0A-D6F1-8F81-C143007734B8}"/>
                </a:ext>
              </a:extLst>
            </p:cNvPr>
            <p:cNvSpPr/>
            <p:nvPr/>
          </p:nvSpPr>
          <p:spPr>
            <a:xfrm>
              <a:off x="1021238" y="5644307"/>
              <a:ext cx="148451" cy="12662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DC826F44-A88F-0D3F-D5BB-386D06D13697}"/>
              </a:ext>
            </a:extLst>
          </p:cNvPr>
          <p:cNvGrpSpPr/>
          <p:nvPr/>
        </p:nvGrpSpPr>
        <p:grpSpPr>
          <a:xfrm>
            <a:off x="5103637" y="1492133"/>
            <a:ext cx="540000" cy="540000"/>
            <a:chOff x="4675165" y="2036727"/>
            <a:chExt cx="540000" cy="540000"/>
          </a:xfrm>
        </p:grpSpPr>
        <p:sp>
          <p:nvSpPr>
            <p:cNvPr id="112" name="Rettangolo 19">
              <a:extLst>
                <a:ext uri="{FF2B5EF4-FFF2-40B4-BE49-F238E27FC236}">
                  <a16:creationId xmlns:a16="http://schemas.microsoft.com/office/drawing/2014/main" id="{DC9D973C-7BD8-8064-2055-454AE8DBFADF}"/>
                </a:ext>
              </a:extLst>
            </p:cNvPr>
            <p:cNvSpPr/>
            <p:nvPr/>
          </p:nvSpPr>
          <p:spPr>
            <a:xfrm>
              <a:off x="4675165" y="2036727"/>
              <a:ext cx="540000" cy="540000"/>
            </a:xfrm>
            <a:prstGeom prst="rect">
              <a:avLst/>
            </a:prstGeom>
            <a:solidFill>
              <a:srgbClr val="007D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noProof="0" dirty="0"/>
            </a:p>
          </p:txBody>
        </p:sp>
        <p:pic>
          <p:nvPicPr>
            <p:cNvPr id="114" name="Graphic 16" descr="Bar chart with solid fill">
              <a:extLst>
                <a:ext uri="{FF2B5EF4-FFF2-40B4-BE49-F238E27FC236}">
                  <a16:creationId xmlns:a16="http://schemas.microsoft.com/office/drawing/2014/main" id="{FFC939B9-A8E8-C391-D789-7E769473C9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43237" y="2125790"/>
              <a:ext cx="403856" cy="403856"/>
            </a:xfrm>
            <a:prstGeom prst="rect">
              <a:avLst/>
            </a:prstGeom>
          </p:spPr>
        </p:pic>
      </p:grpSp>
      <p:grpSp>
        <p:nvGrpSpPr>
          <p:cNvPr id="167" name="Gruppo 166">
            <a:extLst>
              <a:ext uri="{FF2B5EF4-FFF2-40B4-BE49-F238E27FC236}">
                <a16:creationId xmlns:a16="http://schemas.microsoft.com/office/drawing/2014/main" id="{B1C30A33-3E98-B35F-B181-DA11B3B52046}"/>
              </a:ext>
            </a:extLst>
          </p:cNvPr>
          <p:cNvGrpSpPr/>
          <p:nvPr/>
        </p:nvGrpSpPr>
        <p:grpSpPr>
          <a:xfrm>
            <a:off x="1001398" y="1483891"/>
            <a:ext cx="2921220" cy="2490967"/>
            <a:chOff x="763404" y="1483891"/>
            <a:chExt cx="2921220" cy="24909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val 4">
                  <a:extLst>
                    <a:ext uri="{FF2B5EF4-FFF2-40B4-BE49-F238E27FC236}">
                      <a16:creationId xmlns:a16="http://schemas.microsoft.com/office/drawing/2014/main" id="{FB509599-DB84-6375-6610-3B4DD3E2F212}"/>
                    </a:ext>
                  </a:extLst>
                </p:cNvPr>
                <p:cNvSpPr/>
                <p:nvPr/>
              </p:nvSpPr>
              <p:spPr>
                <a:xfrm>
                  <a:off x="1544255" y="1483891"/>
                  <a:ext cx="684000" cy="684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200" noProof="0" dirty="0">
                      <a:solidFill>
                        <a:schemeClr val="bg1"/>
                      </a:solidFill>
                    </a:rPr>
                    <a:t>&gt;0</a:t>
                  </a:r>
                </a:p>
              </p:txBody>
            </p:sp>
          </mc:Choice>
          <mc:Fallback xmlns="">
            <p:sp>
              <p:nvSpPr>
                <p:cNvPr id="68" name="Oval 4">
                  <a:extLst>
                    <a:ext uri="{FF2B5EF4-FFF2-40B4-BE49-F238E27FC236}">
                      <a16:creationId xmlns:a16="http://schemas.microsoft.com/office/drawing/2014/main" id="{FB509599-DB84-6375-6610-3B4DD3E2F2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4255" y="1483891"/>
                  <a:ext cx="684000" cy="684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val 6">
                  <a:extLst>
                    <a:ext uri="{FF2B5EF4-FFF2-40B4-BE49-F238E27FC236}">
                      <a16:creationId xmlns:a16="http://schemas.microsoft.com/office/drawing/2014/main" id="{38ED7A87-1FF8-16E5-A862-B649C8E0F330}"/>
                    </a:ext>
                  </a:extLst>
                </p:cNvPr>
                <p:cNvSpPr/>
                <p:nvPr/>
              </p:nvSpPr>
              <p:spPr>
                <a:xfrm>
                  <a:off x="2344281" y="2423638"/>
                  <a:ext cx="684000" cy="684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0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sz="1200" noProof="0" dirty="0">
                      <a:solidFill>
                        <a:schemeClr val="bg1"/>
                      </a:solidFill>
                    </a:rPr>
                    <a:t>&gt;0</a:t>
                  </a:r>
                </a:p>
              </p:txBody>
            </p:sp>
          </mc:Choice>
          <mc:Fallback xmlns="">
            <p:sp>
              <p:nvSpPr>
                <p:cNvPr id="69" name="Oval 6">
                  <a:extLst>
                    <a:ext uri="{FF2B5EF4-FFF2-40B4-BE49-F238E27FC236}">
                      <a16:creationId xmlns:a16="http://schemas.microsoft.com/office/drawing/2014/main" id="{38ED7A87-1FF8-16E5-A862-B649C8E0F3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4281" y="2423638"/>
                  <a:ext cx="684000" cy="684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onnector: Curved 26">
              <a:extLst>
                <a:ext uri="{FF2B5EF4-FFF2-40B4-BE49-F238E27FC236}">
                  <a16:creationId xmlns:a16="http://schemas.microsoft.com/office/drawing/2014/main" id="{8A498941-F9EE-349E-06E8-C2B8E4C367B1}"/>
                </a:ext>
              </a:extLst>
            </p:cNvPr>
            <p:cNvCxnSpPr>
              <a:cxnSpLocks/>
              <a:stCxn id="68" idx="4"/>
              <a:endCxn id="92" idx="0"/>
            </p:cNvCxnSpPr>
            <p:nvPr/>
          </p:nvCxnSpPr>
          <p:spPr>
            <a:xfrm rot="5400000">
              <a:off x="1299902" y="1901394"/>
              <a:ext cx="319856" cy="85285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: Curved 27">
              <a:extLst>
                <a:ext uri="{FF2B5EF4-FFF2-40B4-BE49-F238E27FC236}">
                  <a16:creationId xmlns:a16="http://schemas.microsoft.com/office/drawing/2014/main" id="{99B2A3AD-5A5D-1EE9-B72C-3E7D526FEE9D}"/>
                </a:ext>
              </a:extLst>
            </p:cNvPr>
            <p:cNvCxnSpPr>
              <a:cxnSpLocks/>
              <a:stCxn id="68" idx="4"/>
              <a:endCxn id="69" idx="0"/>
            </p:cNvCxnSpPr>
            <p:nvPr/>
          </p:nvCxnSpPr>
          <p:spPr>
            <a:xfrm rot="16200000" flipH="1">
              <a:off x="2158395" y="1895751"/>
              <a:ext cx="255747" cy="80002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Curved 30">
              <a:extLst>
                <a:ext uri="{FF2B5EF4-FFF2-40B4-BE49-F238E27FC236}">
                  <a16:creationId xmlns:a16="http://schemas.microsoft.com/office/drawing/2014/main" id="{8BA97890-A793-4ABB-CEDD-66F14B5381BD}"/>
                </a:ext>
              </a:extLst>
            </p:cNvPr>
            <p:cNvCxnSpPr>
              <a:cxnSpLocks/>
              <a:stCxn id="69" idx="4"/>
              <a:endCxn id="63" idx="0"/>
            </p:cNvCxnSpPr>
            <p:nvPr/>
          </p:nvCxnSpPr>
          <p:spPr>
            <a:xfrm rot="16200000" flipH="1">
              <a:off x="2886842" y="2907076"/>
              <a:ext cx="327220" cy="72834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: Curved 33">
              <a:extLst>
                <a:ext uri="{FF2B5EF4-FFF2-40B4-BE49-F238E27FC236}">
                  <a16:creationId xmlns:a16="http://schemas.microsoft.com/office/drawing/2014/main" id="{BE1D6567-0FB5-BCC0-F82F-A79D910978B5}"/>
                </a:ext>
              </a:extLst>
            </p:cNvPr>
            <p:cNvCxnSpPr>
              <a:cxnSpLocks/>
              <a:stCxn id="69" idx="4"/>
              <a:endCxn id="119" idx="0"/>
            </p:cNvCxnSpPr>
            <p:nvPr/>
          </p:nvCxnSpPr>
          <p:spPr>
            <a:xfrm rot="5400000">
              <a:off x="2150042" y="2894267"/>
              <a:ext cx="322869" cy="749611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11">
              <a:extLst>
                <a:ext uri="{FF2B5EF4-FFF2-40B4-BE49-F238E27FC236}">
                  <a16:creationId xmlns:a16="http://schemas.microsoft.com/office/drawing/2014/main" id="{D645E855-FD23-35AC-FD46-9085C2BFE459}"/>
                </a:ext>
              </a:extLst>
            </p:cNvPr>
            <p:cNvGrpSpPr/>
            <p:nvPr/>
          </p:nvGrpSpPr>
          <p:grpSpPr>
            <a:xfrm>
              <a:off x="763404" y="2487747"/>
              <a:ext cx="540000" cy="540000"/>
              <a:chOff x="831476" y="3078992"/>
              <a:chExt cx="540000" cy="540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92" name="Rettangolo 19">
                <a:extLst>
                  <a:ext uri="{FF2B5EF4-FFF2-40B4-BE49-F238E27FC236}">
                    <a16:creationId xmlns:a16="http://schemas.microsoft.com/office/drawing/2014/main" id="{D2588490-6A32-3B0D-8FD3-313BBC4E3B18}"/>
                  </a:ext>
                </a:extLst>
              </p:cNvPr>
              <p:cNvSpPr/>
              <p:nvPr/>
            </p:nvSpPr>
            <p:spPr>
              <a:xfrm>
                <a:off x="831476" y="3078992"/>
                <a:ext cx="540000" cy="540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93" name="Graphic 5" descr="Bar chart with solid fill">
                <a:extLst>
                  <a:ext uri="{FF2B5EF4-FFF2-40B4-BE49-F238E27FC236}">
                    <a16:creationId xmlns:a16="http://schemas.microsoft.com/office/drawing/2014/main" id="{3DDE36AA-F798-D2A1-7801-0803310C78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99548" y="3168055"/>
                <a:ext cx="403856" cy="403856"/>
              </a:xfrm>
              <a:prstGeom prst="rect">
                <a:avLst/>
              </a:prstGeom>
            </p:spPr>
          </p:pic>
        </p:grpSp>
        <p:grpSp>
          <p:nvGrpSpPr>
            <p:cNvPr id="165" name="Gruppo 164">
              <a:extLst>
                <a:ext uri="{FF2B5EF4-FFF2-40B4-BE49-F238E27FC236}">
                  <a16:creationId xmlns:a16="http://schemas.microsoft.com/office/drawing/2014/main" id="{D5392A48-A8DB-A342-9A5E-3967C07A0045}"/>
                </a:ext>
              </a:extLst>
            </p:cNvPr>
            <p:cNvGrpSpPr/>
            <p:nvPr/>
          </p:nvGrpSpPr>
          <p:grpSpPr>
            <a:xfrm>
              <a:off x="1666670" y="3430507"/>
              <a:ext cx="540000" cy="540000"/>
              <a:chOff x="1666670" y="3430507"/>
              <a:chExt cx="540000" cy="540000"/>
            </a:xfrm>
          </p:grpSpPr>
          <p:sp>
            <p:nvSpPr>
              <p:cNvPr id="119" name="Rettangolo 19">
                <a:extLst>
                  <a:ext uri="{FF2B5EF4-FFF2-40B4-BE49-F238E27FC236}">
                    <a16:creationId xmlns:a16="http://schemas.microsoft.com/office/drawing/2014/main" id="{0DE1EBFE-6C3E-4CA2-8D69-1A54D8735E25}"/>
                  </a:ext>
                </a:extLst>
              </p:cNvPr>
              <p:cNvSpPr/>
              <p:nvPr/>
            </p:nvSpPr>
            <p:spPr>
              <a:xfrm>
                <a:off x="1666670" y="3430507"/>
                <a:ext cx="540000" cy="54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152" name="Graphic 24" descr="Bar chart with solid fill">
                <a:extLst>
                  <a:ext uri="{FF2B5EF4-FFF2-40B4-BE49-F238E27FC236}">
                    <a16:creationId xmlns:a16="http://schemas.microsoft.com/office/drawing/2014/main" id="{D4DD0B67-A241-5838-E350-48E9D962B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734742" y="3519570"/>
                <a:ext cx="403856" cy="403856"/>
              </a:xfrm>
              <a:prstGeom prst="rect">
                <a:avLst/>
              </a:prstGeom>
            </p:spPr>
          </p:pic>
        </p:grpSp>
        <p:grpSp>
          <p:nvGrpSpPr>
            <p:cNvPr id="166" name="Gruppo 165">
              <a:extLst>
                <a:ext uri="{FF2B5EF4-FFF2-40B4-BE49-F238E27FC236}">
                  <a16:creationId xmlns:a16="http://schemas.microsoft.com/office/drawing/2014/main" id="{4B40A9DA-23F7-DB62-CC17-9D31CEABD62C}"/>
                </a:ext>
              </a:extLst>
            </p:cNvPr>
            <p:cNvGrpSpPr/>
            <p:nvPr/>
          </p:nvGrpSpPr>
          <p:grpSpPr>
            <a:xfrm>
              <a:off x="3144624" y="3434858"/>
              <a:ext cx="540000" cy="540000"/>
              <a:chOff x="3144624" y="3434858"/>
              <a:chExt cx="540000" cy="540000"/>
            </a:xfrm>
          </p:grpSpPr>
          <p:sp>
            <p:nvSpPr>
              <p:cNvPr id="63" name="Rettangolo 19">
                <a:extLst>
                  <a:ext uri="{FF2B5EF4-FFF2-40B4-BE49-F238E27FC236}">
                    <a16:creationId xmlns:a16="http://schemas.microsoft.com/office/drawing/2014/main" id="{46917862-6361-96CE-240C-538B001219F5}"/>
                  </a:ext>
                </a:extLst>
              </p:cNvPr>
              <p:cNvSpPr/>
              <p:nvPr/>
            </p:nvSpPr>
            <p:spPr>
              <a:xfrm>
                <a:off x="3144624" y="3434858"/>
                <a:ext cx="540000" cy="54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153" name="Graphic 31" descr="Bar chart with solid fill">
                <a:extLst>
                  <a:ext uri="{FF2B5EF4-FFF2-40B4-BE49-F238E27FC236}">
                    <a16:creationId xmlns:a16="http://schemas.microsoft.com/office/drawing/2014/main" id="{C3629DE9-8CF1-02A9-581A-3653FC530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12696" y="3523921"/>
                <a:ext cx="403856" cy="403856"/>
              </a:xfrm>
              <a:prstGeom prst="rect">
                <a:avLst/>
              </a:prstGeom>
            </p:spPr>
          </p:pic>
        </p:grpSp>
      </p:grp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F5095F5E-2FB7-1F7A-BAC1-3C49B7DA0602}"/>
              </a:ext>
            </a:extLst>
          </p:cNvPr>
          <p:cNvSpPr txBox="1"/>
          <p:nvPr/>
        </p:nvSpPr>
        <p:spPr>
          <a:xfrm>
            <a:off x="7640248" y="1226101"/>
            <a:ext cx="1399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latin typeface="Ubuntu Sans" pitchFamily="2" charset="0"/>
              </a:rPr>
              <a:t>TEST</a:t>
            </a:r>
          </a:p>
        </p:txBody>
      </p:sp>
      <p:sp>
        <p:nvSpPr>
          <p:cNvPr id="157" name="CasellaDiTesto 156">
            <a:extLst>
              <a:ext uri="{FF2B5EF4-FFF2-40B4-BE49-F238E27FC236}">
                <a16:creationId xmlns:a16="http://schemas.microsoft.com/office/drawing/2014/main" id="{53ABA6C3-F2E6-5182-831D-327DD45F93F2}"/>
              </a:ext>
            </a:extLst>
          </p:cNvPr>
          <p:cNvSpPr txBox="1"/>
          <p:nvPr/>
        </p:nvSpPr>
        <p:spPr>
          <a:xfrm>
            <a:off x="7640247" y="1601239"/>
            <a:ext cx="3007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Ubuntu Sans" pitchFamily="2" charset="0"/>
              </a:rPr>
              <a:t>1.  Prediction</a:t>
            </a:r>
          </a:p>
        </p:txBody>
      </p:sp>
      <p:sp>
        <p:nvSpPr>
          <p:cNvPr id="158" name="CasellaDiTesto 157">
            <a:extLst>
              <a:ext uri="{FF2B5EF4-FFF2-40B4-BE49-F238E27FC236}">
                <a16:creationId xmlns:a16="http://schemas.microsoft.com/office/drawing/2014/main" id="{BB927198-DB06-8A4C-475B-F29E312D4A58}"/>
              </a:ext>
            </a:extLst>
          </p:cNvPr>
          <p:cNvSpPr txBox="1"/>
          <p:nvPr/>
        </p:nvSpPr>
        <p:spPr>
          <a:xfrm>
            <a:off x="7640247" y="1929486"/>
            <a:ext cx="3007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Ubuntu Sans" pitchFamily="2" charset="0"/>
              </a:rPr>
              <a:t>2.  Drift detection</a:t>
            </a:r>
          </a:p>
        </p:txBody>
      </p:sp>
      <p:grpSp>
        <p:nvGrpSpPr>
          <p:cNvPr id="161" name="Gruppo 160">
            <a:extLst>
              <a:ext uri="{FF2B5EF4-FFF2-40B4-BE49-F238E27FC236}">
                <a16:creationId xmlns:a16="http://schemas.microsoft.com/office/drawing/2014/main" id="{A0DA18CF-8839-889B-D9C9-0DD0119D3065}"/>
              </a:ext>
            </a:extLst>
          </p:cNvPr>
          <p:cNvGrpSpPr/>
          <p:nvPr/>
        </p:nvGrpSpPr>
        <p:grpSpPr>
          <a:xfrm>
            <a:off x="7729447" y="2423637"/>
            <a:ext cx="3537862" cy="1654819"/>
            <a:chOff x="7729447" y="2423637"/>
            <a:chExt cx="3537862" cy="1654819"/>
          </a:xfrm>
        </p:grpSpPr>
        <p:sp>
          <p:nvSpPr>
            <p:cNvPr id="160" name="Rettangolo 159">
              <a:extLst>
                <a:ext uri="{FF2B5EF4-FFF2-40B4-BE49-F238E27FC236}">
                  <a16:creationId xmlns:a16="http://schemas.microsoft.com/office/drawing/2014/main" id="{11DF9C60-2588-F726-10A1-8715D9ACA0EC}"/>
                </a:ext>
              </a:extLst>
            </p:cNvPr>
            <p:cNvSpPr/>
            <p:nvPr/>
          </p:nvSpPr>
          <p:spPr>
            <a:xfrm>
              <a:off x="7729447" y="2423637"/>
              <a:ext cx="3537862" cy="1654819"/>
            </a:xfrm>
            <a:prstGeom prst="rect">
              <a:avLst/>
            </a:prstGeom>
            <a:solidFill>
              <a:srgbClr val="F0E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9" name="CasellaDiTesto 158">
              <a:extLst>
                <a:ext uri="{FF2B5EF4-FFF2-40B4-BE49-F238E27FC236}">
                  <a16:creationId xmlns:a16="http://schemas.microsoft.com/office/drawing/2014/main" id="{C32EDB1F-5B3C-C883-BF46-540F6EB22B7E}"/>
                </a:ext>
              </a:extLst>
            </p:cNvPr>
            <p:cNvSpPr txBox="1"/>
            <p:nvPr/>
          </p:nvSpPr>
          <p:spPr>
            <a:xfrm>
              <a:off x="7890734" y="2466216"/>
              <a:ext cx="3267862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704E2E"/>
                  </a:solidFill>
                  <a:latin typeface="Ubuntu Sans SemiBold" pitchFamily="2" charset="0"/>
                </a:rPr>
                <a:t>ADWIN:  </a:t>
              </a:r>
              <a:r>
                <a:rPr lang="en-US" sz="1600" dirty="0">
                  <a:solidFill>
                    <a:srgbClr val="704E2E"/>
                  </a:solidFill>
                  <a:latin typeface="Ubuntu Sans" pitchFamily="2" charset="0"/>
                </a:rPr>
                <a:t>sliding window monitoring prediction errors to detect distribution shifts</a:t>
              </a:r>
            </a:p>
            <a:p>
              <a:endParaRPr lang="en-US" sz="1600" dirty="0">
                <a:solidFill>
                  <a:srgbClr val="704E2E"/>
                </a:solidFill>
                <a:latin typeface="Ubuntu Sans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704E2E"/>
                  </a:solidFill>
                  <a:latin typeface="Ubuntu Sans" pitchFamily="2" charset="0"/>
                </a:rPr>
                <a:t>Warning detector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704E2E"/>
                  </a:solidFill>
                  <a:latin typeface="Ubuntu Sans" pitchFamily="2" charset="0"/>
                </a:rPr>
                <a:t>Drift detector</a:t>
              </a:r>
            </a:p>
          </p:txBody>
        </p:sp>
      </p:grpSp>
      <p:sp>
        <p:nvSpPr>
          <p:cNvPr id="163" name="CasellaDiTesto 162">
            <a:extLst>
              <a:ext uri="{FF2B5EF4-FFF2-40B4-BE49-F238E27FC236}">
                <a16:creationId xmlns:a16="http://schemas.microsoft.com/office/drawing/2014/main" id="{9F086EE7-F5C8-889B-8EB2-7789FCE68A14}"/>
              </a:ext>
            </a:extLst>
          </p:cNvPr>
          <p:cNvSpPr txBox="1"/>
          <p:nvPr/>
        </p:nvSpPr>
        <p:spPr>
          <a:xfrm>
            <a:off x="7640248" y="4532009"/>
            <a:ext cx="1399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latin typeface="Ubuntu Sans" pitchFamily="2" charset="0"/>
              </a:rPr>
              <a:t>TRAIN</a:t>
            </a:r>
          </a:p>
        </p:txBody>
      </p:sp>
      <p:sp>
        <p:nvSpPr>
          <p:cNvPr id="170" name="Rectangle 174">
            <a:extLst>
              <a:ext uri="{FF2B5EF4-FFF2-40B4-BE49-F238E27FC236}">
                <a16:creationId xmlns:a16="http://schemas.microsoft.com/office/drawing/2014/main" id="{33C8AEE9-BBC3-04AF-35BB-F1A05F1DE068}"/>
              </a:ext>
            </a:extLst>
          </p:cNvPr>
          <p:cNvSpPr/>
          <p:nvPr/>
        </p:nvSpPr>
        <p:spPr>
          <a:xfrm>
            <a:off x="3467273" y="5288072"/>
            <a:ext cx="431800" cy="43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Ubuntu Sans SemiBold" pitchFamily="2" charset="0"/>
              </a:rPr>
              <a:t>1</a:t>
            </a:r>
          </a:p>
        </p:txBody>
      </p:sp>
      <p:sp>
        <p:nvSpPr>
          <p:cNvPr id="89" name="Rectangle 177">
            <a:extLst>
              <a:ext uri="{FF2B5EF4-FFF2-40B4-BE49-F238E27FC236}">
                <a16:creationId xmlns:a16="http://schemas.microsoft.com/office/drawing/2014/main" id="{C54B33A2-2268-F29E-507D-347DE6E84230}"/>
              </a:ext>
            </a:extLst>
          </p:cNvPr>
          <p:cNvSpPr/>
          <p:nvPr/>
        </p:nvSpPr>
        <p:spPr>
          <a:xfrm>
            <a:off x="2593880" y="5220085"/>
            <a:ext cx="1315353" cy="562608"/>
          </a:xfrm>
          <a:prstGeom prst="rect">
            <a:avLst/>
          </a:prstGeom>
          <a:noFill/>
          <a:ln>
            <a:solidFill>
              <a:srgbClr val="F0E2C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0" name="Explosion: 8 Points 178">
            <a:extLst>
              <a:ext uri="{FF2B5EF4-FFF2-40B4-BE49-F238E27FC236}">
                <a16:creationId xmlns:a16="http://schemas.microsoft.com/office/drawing/2014/main" id="{D645F023-DE4D-A4D2-8D8F-5F669387E864}"/>
              </a:ext>
            </a:extLst>
          </p:cNvPr>
          <p:cNvSpPr/>
          <p:nvPr/>
        </p:nvSpPr>
        <p:spPr>
          <a:xfrm>
            <a:off x="3730479" y="5447864"/>
            <a:ext cx="1639931" cy="808003"/>
          </a:xfrm>
          <a:prstGeom prst="irregularSeal1">
            <a:avLst/>
          </a:prstGeom>
          <a:solidFill>
            <a:srgbClr val="F1854B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rgbClr val="A94109"/>
                </a:solidFill>
                <a:latin typeface="Ubuntu Sans SemiBold" pitchFamily="2" charset="0"/>
              </a:rPr>
              <a:t>WARNING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B8A0C9B-A49D-25C1-5B2D-85CF87122AF7}"/>
              </a:ext>
            </a:extLst>
          </p:cNvPr>
          <p:cNvSpPr txBox="1"/>
          <p:nvPr/>
        </p:nvSpPr>
        <p:spPr>
          <a:xfrm rot="16200000">
            <a:off x="30151" y="1944285"/>
            <a:ext cx="12485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0" dirty="0">
                <a:solidFill>
                  <a:schemeClr val="bg1">
                    <a:lumMod val="95000"/>
                  </a:schemeClr>
                </a:solidFill>
                <a:latin typeface="Ubuntu Sans Mono" panose="020B0309030602030204" pitchFamily="49" charset="0"/>
              </a:rPr>
              <a:t>Base learner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2D89C62-BF70-1DD5-1B28-CA15654FB84E}"/>
              </a:ext>
            </a:extLst>
          </p:cNvPr>
          <p:cNvSpPr txBox="1"/>
          <p:nvPr/>
        </p:nvSpPr>
        <p:spPr>
          <a:xfrm rot="16200000">
            <a:off x="3899625" y="1851952"/>
            <a:ext cx="1248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 noProof="0" dirty="0">
                <a:solidFill>
                  <a:schemeClr val="bg1">
                    <a:lumMod val="95000"/>
                  </a:schemeClr>
                </a:solidFill>
                <a:latin typeface="Ubuntu Sans Mono" panose="020B0309030602030204" pitchFamily="49" charset="0"/>
              </a:rPr>
              <a:t>Background learner</a:t>
            </a:r>
          </a:p>
        </p:txBody>
      </p:sp>
      <p:sp>
        <p:nvSpPr>
          <p:cNvPr id="10" name="Rectangle: Diagonal Corners Rounded 86">
            <a:extLst>
              <a:ext uri="{FF2B5EF4-FFF2-40B4-BE49-F238E27FC236}">
                <a16:creationId xmlns:a16="http://schemas.microsoft.com/office/drawing/2014/main" id="{3969F055-133A-1B98-B4DF-5383BB032B31}"/>
              </a:ext>
            </a:extLst>
          </p:cNvPr>
          <p:cNvSpPr/>
          <p:nvPr/>
        </p:nvSpPr>
        <p:spPr>
          <a:xfrm>
            <a:off x="4577532" y="1233057"/>
            <a:ext cx="1602192" cy="371810"/>
          </a:xfrm>
          <a:prstGeom prst="round2DiagRect">
            <a:avLst/>
          </a:prstGeom>
          <a:solidFill>
            <a:srgbClr val="F0E2C4"/>
          </a:solidFill>
          <a:ln>
            <a:noFill/>
          </a:ln>
          <a:effectLst>
            <a:outerShdw blurRad="63500" sx="102000" sy="102000" algn="ctr" rotWithShape="0">
              <a:schemeClr val="tx1"/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rgbClr val="A87445"/>
                </a:solidFill>
                <a:latin typeface="Ubuntu Sans" pitchFamily="2" charset="0"/>
              </a:rPr>
              <a:t>INSTANCE + LABEL</a:t>
            </a:r>
          </a:p>
        </p:txBody>
      </p:sp>
      <p:sp>
        <p:nvSpPr>
          <p:cNvPr id="17" name="Rectangle: Diagonal Corners Rounded 86">
            <a:extLst>
              <a:ext uri="{FF2B5EF4-FFF2-40B4-BE49-F238E27FC236}">
                <a16:creationId xmlns:a16="http://schemas.microsoft.com/office/drawing/2014/main" id="{8F405BA4-0491-9FD6-4C55-18EA97133FB1}"/>
              </a:ext>
            </a:extLst>
          </p:cNvPr>
          <p:cNvSpPr/>
          <p:nvPr/>
        </p:nvSpPr>
        <p:spPr>
          <a:xfrm>
            <a:off x="1351871" y="1229920"/>
            <a:ext cx="1602192" cy="371810"/>
          </a:xfrm>
          <a:prstGeom prst="round2DiagRect">
            <a:avLst/>
          </a:prstGeom>
          <a:solidFill>
            <a:srgbClr val="F0E2C4"/>
          </a:solidFill>
          <a:ln>
            <a:noFill/>
          </a:ln>
          <a:effectLst>
            <a:outerShdw blurRad="63500" sx="102000" sy="102000" algn="ctr" rotWithShape="0">
              <a:schemeClr val="tx1"/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>
                <a:solidFill>
                  <a:srgbClr val="A87445"/>
                </a:solidFill>
                <a:latin typeface="Ubuntu Sans" pitchFamily="2" charset="0"/>
              </a:rPr>
              <a:t>INSTANCE + LABEL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tangolo con angoli arrotondati 17">
                <a:extLst>
                  <a:ext uri="{FF2B5EF4-FFF2-40B4-BE49-F238E27FC236}">
                    <a16:creationId xmlns:a16="http://schemas.microsoft.com/office/drawing/2014/main" id="{8E2ECE88-06D7-D587-9277-95015C6F1985}"/>
                  </a:ext>
                </a:extLst>
              </p:cNvPr>
              <p:cNvSpPr/>
              <p:nvPr/>
            </p:nvSpPr>
            <p:spPr>
              <a:xfrm>
                <a:off x="4673134" y="3377312"/>
                <a:ext cx="1454313" cy="1165679"/>
              </a:xfrm>
              <a:prstGeom prst="roundRect">
                <a:avLst/>
              </a:prstGeom>
              <a:solidFill>
                <a:srgbClr val="F1854B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6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i="1" noProof="0" dirty="0" err="1">
                    <a:latin typeface="Ubuntu Sans Medium" pitchFamily="2" charset="0"/>
                    <a:ea typeface="Cambria Math" panose="02040503050406030204" pitchFamily="18" charset="0"/>
                  </a:rPr>
                  <a:t>Hoeffding</a:t>
                </a:r>
                <a:r>
                  <a:rPr lang="en-US" sz="1200" i="1" noProof="0" dirty="0">
                    <a:latin typeface="Ubuntu Sans Medium" pitchFamily="2" charset="0"/>
                    <a:ea typeface="Cambria Math" panose="02040503050406030204" pitchFamily="18" charset="0"/>
                  </a:rPr>
                  <a:t> bound</a:t>
                </a:r>
              </a:p>
              <a:p>
                <a:pPr algn="ctr"/>
                <a:endParaRPr lang="en-US" sz="1200" i="1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m:rPr>
                          <m:nor/>
                        </m:rPr>
                        <a:rPr lang="en-US" sz="12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noProof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12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sz="1200" noProof="0" dirty="0"/>
              </a:p>
            </p:txBody>
          </p:sp>
        </mc:Choice>
        <mc:Fallback xmlns="">
          <p:sp>
            <p:nvSpPr>
              <p:cNvPr id="4" name="Rettangolo con angoli arrotondati 17">
                <a:extLst>
                  <a:ext uri="{FF2B5EF4-FFF2-40B4-BE49-F238E27FC236}">
                    <a16:creationId xmlns:a16="http://schemas.microsoft.com/office/drawing/2014/main" id="{8E2ECE88-06D7-D587-9277-95015C6F1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134" y="3377312"/>
                <a:ext cx="1454313" cy="116567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61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55">
                <a:extLst>
                  <a:ext uri="{FF2B5EF4-FFF2-40B4-BE49-F238E27FC236}">
                    <a16:creationId xmlns:a16="http://schemas.microsoft.com/office/drawing/2014/main" id="{188127C6-E0A4-6E18-DC38-BA6EA94ED779}"/>
                  </a:ext>
                </a:extLst>
              </p:cNvPr>
              <p:cNvSpPr/>
              <p:nvPr/>
            </p:nvSpPr>
            <p:spPr>
              <a:xfrm>
                <a:off x="5029947" y="1415863"/>
                <a:ext cx="684000" cy="684000"/>
              </a:xfrm>
              <a:prstGeom prst="ellipse">
                <a:avLst/>
              </a:prstGeom>
              <a:solidFill>
                <a:srgbClr val="007DC8"/>
              </a:solidFill>
              <a:ln w="762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200" b="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sz="1200" noProof="0" dirty="0">
                    <a:solidFill>
                      <a:schemeClr val="bg1"/>
                    </a:solidFill>
                  </a:rPr>
                  <a:t>&gt;3</a:t>
                </a:r>
              </a:p>
            </p:txBody>
          </p:sp>
        </mc:Choice>
        <mc:Fallback xmlns="">
          <p:sp>
            <p:nvSpPr>
              <p:cNvPr id="5" name="Oval 55">
                <a:extLst>
                  <a:ext uri="{FF2B5EF4-FFF2-40B4-BE49-F238E27FC236}">
                    <a16:creationId xmlns:a16="http://schemas.microsoft.com/office/drawing/2014/main" id="{188127C6-E0A4-6E18-DC38-BA6EA94ED7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47" y="1415863"/>
                <a:ext cx="684000" cy="684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uppo 21">
            <a:extLst>
              <a:ext uri="{FF2B5EF4-FFF2-40B4-BE49-F238E27FC236}">
                <a16:creationId xmlns:a16="http://schemas.microsoft.com/office/drawing/2014/main" id="{D8EF8E7A-4F5D-16A0-E1BE-A144BAF16452}"/>
              </a:ext>
            </a:extLst>
          </p:cNvPr>
          <p:cNvGrpSpPr/>
          <p:nvPr/>
        </p:nvGrpSpPr>
        <p:grpSpPr>
          <a:xfrm>
            <a:off x="4515560" y="2099862"/>
            <a:ext cx="1734210" cy="927885"/>
            <a:chOff x="2770877" y="3990893"/>
            <a:chExt cx="1734210" cy="927885"/>
          </a:xfrm>
        </p:grpSpPr>
        <p:grpSp>
          <p:nvGrpSpPr>
            <p:cNvPr id="13" name="Gruppo 19">
              <a:extLst>
                <a:ext uri="{FF2B5EF4-FFF2-40B4-BE49-F238E27FC236}">
                  <a16:creationId xmlns:a16="http://schemas.microsoft.com/office/drawing/2014/main" id="{A7013DD1-68FE-FCC8-8FDB-012D702945D5}"/>
                </a:ext>
              </a:extLst>
            </p:cNvPr>
            <p:cNvGrpSpPr/>
            <p:nvPr/>
          </p:nvGrpSpPr>
          <p:grpSpPr>
            <a:xfrm>
              <a:off x="2770877" y="4378778"/>
              <a:ext cx="540000" cy="540000"/>
              <a:chOff x="2770877" y="4378778"/>
              <a:chExt cx="540000" cy="540000"/>
            </a:xfrm>
          </p:grpSpPr>
          <p:sp>
            <p:nvSpPr>
              <p:cNvPr id="24" name="Rettangolo 19">
                <a:extLst>
                  <a:ext uri="{FF2B5EF4-FFF2-40B4-BE49-F238E27FC236}">
                    <a16:creationId xmlns:a16="http://schemas.microsoft.com/office/drawing/2014/main" id="{BDE69138-3D4B-2CB1-783D-7A6C63DD2354}"/>
                  </a:ext>
                </a:extLst>
              </p:cNvPr>
              <p:cNvSpPr/>
              <p:nvPr/>
            </p:nvSpPr>
            <p:spPr>
              <a:xfrm>
                <a:off x="2770877" y="4378778"/>
                <a:ext cx="540000" cy="540000"/>
              </a:xfrm>
              <a:prstGeom prst="rect">
                <a:avLst/>
              </a:prstGeom>
              <a:solidFill>
                <a:srgbClr val="0BA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25" name="Graphic 46" descr="Bar chart with solid fill">
                <a:extLst>
                  <a:ext uri="{FF2B5EF4-FFF2-40B4-BE49-F238E27FC236}">
                    <a16:creationId xmlns:a16="http://schemas.microsoft.com/office/drawing/2014/main" id="{E9DECAB3-4130-054A-60D2-39F162B53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32849" y="4450673"/>
                <a:ext cx="403856" cy="403856"/>
              </a:xfrm>
              <a:prstGeom prst="rect">
                <a:avLst/>
              </a:prstGeom>
            </p:spPr>
          </p:pic>
        </p:grpSp>
        <p:grpSp>
          <p:nvGrpSpPr>
            <p:cNvPr id="18" name="Gruppo 20">
              <a:extLst>
                <a:ext uri="{FF2B5EF4-FFF2-40B4-BE49-F238E27FC236}">
                  <a16:creationId xmlns:a16="http://schemas.microsoft.com/office/drawing/2014/main" id="{C4FEA37E-264D-F583-ECB9-BF75658EF447}"/>
                </a:ext>
              </a:extLst>
            </p:cNvPr>
            <p:cNvGrpSpPr/>
            <p:nvPr/>
          </p:nvGrpSpPr>
          <p:grpSpPr>
            <a:xfrm>
              <a:off x="3965087" y="4373977"/>
              <a:ext cx="540000" cy="540000"/>
              <a:chOff x="3965087" y="4373977"/>
              <a:chExt cx="540000" cy="540000"/>
            </a:xfrm>
          </p:grpSpPr>
          <p:sp>
            <p:nvSpPr>
              <p:cNvPr id="22" name="Rettangolo 19">
                <a:extLst>
                  <a:ext uri="{FF2B5EF4-FFF2-40B4-BE49-F238E27FC236}">
                    <a16:creationId xmlns:a16="http://schemas.microsoft.com/office/drawing/2014/main" id="{9920D040-827D-4BFE-64CF-A8832A4E7CFC}"/>
                  </a:ext>
                </a:extLst>
              </p:cNvPr>
              <p:cNvSpPr/>
              <p:nvPr/>
            </p:nvSpPr>
            <p:spPr>
              <a:xfrm>
                <a:off x="3965087" y="4373977"/>
                <a:ext cx="540000" cy="540000"/>
              </a:xfrm>
              <a:prstGeom prst="rect">
                <a:avLst/>
              </a:prstGeom>
              <a:solidFill>
                <a:srgbClr val="0BA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it-IT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noProof="0" dirty="0"/>
              </a:p>
            </p:txBody>
          </p:sp>
          <p:pic>
            <p:nvPicPr>
              <p:cNvPr id="23" name="Graphic 52" descr="Bar chart with solid fill">
                <a:extLst>
                  <a:ext uri="{FF2B5EF4-FFF2-40B4-BE49-F238E27FC236}">
                    <a16:creationId xmlns:a16="http://schemas.microsoft.com/office/drawing/2014/main" id="{9902C313-D972-B0B9-0682-01C0F48F2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046012" y="4442009"/>
                <a:ext cx="403856" cy="403856"/>
              </a:xfrm>
              <a:prstGeom prst="rect">
                <a:avLst/>
              </a:prstGeom>
            </p:spPr>
          </p:pic>
        </p:grpSp>
        <p:cxnSp>
          <p:nvCxnSpPr>
            <p:cNvPr id="20" name="Connector: Curved 37">
              <a:extLst>
                <a:ext uri="{FF2B5EF4-FFF2-40B4-BE49-F238E27FC236}">
                  <a16:creationId xmlns:a16="http://schemas.microsoft.com/office/drawing/2014/main" id="{A4AE6CA2-A75A-93B0-9E24-A643A6F8C630}"/>
                </a:ext>
              </a:extLst>
            </p:cNvPr>
            <p:cNvCxnSpPr>
              <a:cxnSpLocks/>
              <a:stCxn id="5" idx="4"/>
              <a:endCxn id="24" idx="0"/>
            </p:cNvCxnSpPr>
            <p:nvPr/>
          </p:nvCxnSpPr>
          <p:spPr>
            <a:xfrm rot="5400000">
              <a:off x="3140129" y="3891643"/>
              <a:ext cx="387884" cy="586387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48">
              <a:extLst>
                <a:ext uri="{FF2B5EF4-FFF2-40B4-BE49-F238E27FC236}">
                  <a16:creationId xmlns:a16="http://schemas.microsoft.com/office/drawing/2014/main" id="{978800CD-A00C-B128-A7BE-5F8B16C61037}"/>
                </a:ext>
              </a:extLst>
            </p:cNvPr>
            <p:cNvCxnSpPr>
              <a:cxnSpLocks/>
              <a:stCxn id="5" idx="4"/>
              <a:endCxn id="22" idx="0"/>
            </p:cNvCxnSpPr>
            <p:nvPr/>
          </p:nvCxnSpPr>
          <p:spPr>
            <a:xfrm rot="16200000" flipH="1">
              <a:off x="3739634" y="3878523"/>
              <a:ext cx="383083" cy="60782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asellaDiTesto 163">
            <a:extLst>
              <a:ext uri="{FF2B5EF4-FFF2-40B4-BE49-F238E27FC236}">
                <a16:creationId xmlns:a16="http://schemas.microsoft.com/office/drawing/2014/main" id="{6E1017DB-1E8C-A85B-6C0A-9D6C341E9239}"/>
              </a:ext>
            </a:extLst>
          </p:cNvPr>
          <p:cNvSpPr txBox="1"/>
          <p:nvPr/>
        </p:nvSpPr>
        <p:spPr>
          <a:xfrm>
            <a:off x="7640247" y="4907147"/>
            <a:ext cx="30074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latin typeface="Ubuntu Sans" pitchFamily="2" charset="0"/>
              </a:rPr>
              <a:t>•   Split evaluation</a:t>
            </a:r>
          </a:p>
        </p:txBody>
      </p:sp>
    </p:spTree>
    <p:extLst>
      <p:ext uri="{BB962C8B-B14F-4D97-AF65-F5344CB8AC3E}">
        <p14:creationId xmlns:p14="http://schemas.microsoft.com/office/powerpoint/2010/main" val="106315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0.00104 0.0645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218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1.48148E-6 L -0.00013 0.00023 C 0.00013 0.00602 0.00039 0.0125 0.00065 0.01921 C 0.00091 0.025 0.0017 0.03056 0.00143 0.03634 C 0.00143 0.03912 -0.00013 0.04421 -0.00013 0.04445 C -0.00039 0.05232 -0.00065 0.06088 -0.00091 0.06898 C -0.00117 0.07454 -0.00156 0.0794 -0.00156 0.08472 C -0.00156 0.08958 -0.00143 0.09445 -0.00091 0.09908 C -0.00078 0.1007 -0.00039 0.10185 -0.00013 0.10324 C 0.00235 0.1169 -0.00156 0.09746 0.00222 0.11621 C 0.00274 0.11875 0.00313 0.12222 0.00456 0.12408 C 0.00521 0.12477 0.00612 0.12477 0.00703 0.12523 C 0.00768 0.12662 0.00834 0.12824 0.00925 0.12963 C 0.01003 0.13033 0.01094 0.13033 0.01159 0.13079 C 0.01797 0.13588 0.00951 0.13102 0.01706 0.13449 C 0.01797 0.13496 0.01875 0.13565 0.01953 0.13588 C 0.02175 0.13704 0.02683 0.13912 0.02956 0.13982 C 0.03164 0.14051 0.04128 0.1419 0.04297 0.14236 L 0.06263 0.14491 C 0.06407 0.14583 0.06641 0.14537 0.06732 0.14769 C 0.07188 0.15903 0.06641 0.14445 0.06966 0.15579 C 0.07005 0.15695 0.07071 0.15833 0.07123 0.15949 C 0.07292 0.16852 0.07097 0.15741 0.07266 0.1713 C 0.07292 0.17269 0.07331 0.17384 0.07357 0.17523 C 0.07474 0.19144 0.07474 0.18588 0.07357 0.2081 C 0.07305 0.21597 0.07266 0.21435 0.07201 0.22083 C 0.07175 0.22384 0.07149 0.22639 0.07123 0.22894 C 0.07149 0.23102 0.07253 0.24236 0.07357 0.24375 L 0.07591 0.2463 C 0.07852 0.25255 0.0767 0.24908 0.08216 0.25509 L 0.08685 0.26042 L 0.09401 0.26458 L 0.09623 0.26574 C 0.09714 0.26644 0.09779 0.26759 0.09857 0.26829 C 0.10013 0.26945 0.10326 0.27107 0.10326 0.2713 C 0.10873 0.27708 0.10625 0.275 0.11042 0.27778 C 0.11589 0.29167 0.10716 0.27014 0.11433 0.28542 C 0.11797 0.29329 0.11693 0.29259 0.11979 0.30116 C 0.12018 0.30278 0.12097 0.30347 0.12136 0.30509 C 0.12136 0.30533 0.12331 0.31482 0.1237 0.3169 L 0.12461 0.32083 C 0.1237 0.32963 0.12448 0.32616 0.12292 0.33171 " pathEditMode="relative" rAng="0" ptsTypes="AAAAAAAAAAAAAAAAAAAAAAAAAAAAAAAAAAAAAAAAAA">
                                      <p:cBhvr>
                                        <p:cTn id="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59" y="1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  <p:bldP spid="9" grpId="0"/>
      <p:bldP spid="10" grpId="0" animBg="1"/>
      <p:bldP spid="10" grpId="1" animBg="1"/>
      <p:bldP spid="10" grpId="2" animBg="1"/>
      <p:bldP spid="17" grpId="0" animBg="1"/>
      <p:bldP spid="17" grpId="1" animBg="1"/>
      <p:bldP spid="17" grpId="2" animBg="1"/>
      <p:bldP spid="4" grpId="0" animBg="1"/>
      <p:bldP spid="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D6D6-34CD-5A50-9FA5-475C2435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189E7E1D-C247-5ED3-5872-B70387B171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B05482E-01B3-1C27-9310-671CF9F89AB7}"/>
              </a:ext>
            </a:extLst>
          </p:cNvPr>
          <p:cNvSpPr>
            <a:spLocks/>
          </p:cNvSpPr>
          <p:nvPr/>
        </p:nvSpPr>
        <p:spPr>
          <a:xfrm>
            <a:off x="615951" y="-661030"/>
            <a:ext cx="6331259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950322-3682-03B6-4FFD-BC5F1D56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9C55489-E452-BCAC-91D9-31B2CA02E7A1}"/>
              </a:ext>
            </a:extLst>
          </p:cNvPr>
          <p:cNvSpPr txBox="1">
            <a:spLocks/>
          </p:cNvSpPr>
          <p:nvPr/>
        </p:nvSpPr>
        <p:spPr>
          <a:xfrm>
            <a:off x="876300" y="433219"/>
            <a:ext cx="6679656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latin typeface="Ubuntu Sans Mono SemiBold" panose="020B0309030602030204" pitchFamily="49" charset="0"/>
                <a:ea typeface="+mn-ea"/>
                <a:cs typeface="+mn-cs"/>
              </a:rPr>
              <a:t>systemArchitecture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5F86C26-1476-84D6-B5C0-E0A22355CBF9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C2889E0-2213-9638-BDEE-A45481D850C2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FC8EFAEF-5597-DD9D-1284-A42DE241D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96FD299D-7B3B-37FE-D60C-F60B78F3457F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304920E-54E6-6705-56EE-F1F33BA2A214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System Architecture &amp; Implementation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512E7CAD-912B-C9D0-F887-21F2711B2469}"/>
              </a:ext>
            </a:extLst>
          </p:cNvPr>
          <p:cNvSpPr/>
          <p:nvPr/>
        </p:nvSpPr>
        <p:spPr>
          <a:xfrm>
            <a:off x="936885" y="6008508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D01671D-1239-A881-01F0-DDC37B6DA771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2</a:t>
            </a:r>
            <a:endParaRPr lang="en-US" noProof="0" dirty="0"/>
          </a:p>
        </p:txBody>
      </p:sp>
      <p:pic>
        <p:nvPicPr>
          <p:cNvPr id="31" name="Content Placeholder 7">
            <a:extLst>
              <a:ext uri="{FF2B5EF4-FFF2-40B4-BE49-F238E27FC236}">
                <a16:creationId xmlns:a16="http://schemas.microsoft.com/office/drawing/2014/main" id="{934A5CD7-0B14-B6B5-C336-B80EC606C0E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79" y="1078815"/>
            <a:ext cx="3505770" cy="4705729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C96147D-54DC-3F2D-EC88-169A9C9DBDA1}"/>
              </a:ext>
            </a:extLst>
          </p:cNvPr>
          <p:cNvSpPr txBox="1"/>
          <p:nvPr/>
        </p:nvSpPr>
        <p:spPr>
          <a:xfrm>
            <a:off x="7934913" y="1107250"/>
            <a:ext cx="36411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noProof="0" dirty="0" err="1">
                <a:solidFill>
                  <a:srgbClr val="F1854B"/>
                </a:solidFill>
                <a:latin typeface="Ubuntu Sans SemiBold" pitchFamily="2" charset="0"/>
              </a:rPr>
              <a:t>OnlineLearnerTrait</a:t>
            </a:r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 defines the interface for the single base learner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C38DDE41-256C-615D-21E3-6DC239688585}"/>
              </a:ext>
            </a:extLst>
          </p:cNvPr>
          <p:cNvSpPr/>
          <p:nvPr/>
        </p:nvSpPr>
        <p:spPr>
          <a:xfrm>
            <a:off x="2273643" y="1131491"/>
            <a:ext cx="3096000" cy="425459"/>
          </a:xfrm>
          <a:prstGeom prst="rect">
            <a:avLst/>
          </a:prstGeom>
          <a:solidFill>
            <a:srgbClr val="F1854B">
              <a:alpha val="2995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9" name="Connettore dritto 38">
            <a:extLst>
              <a:ext uri="{FF2B5EF4-FFF2-40B4-BE49-F238E27FC236}">
                <a16:creationId xmlns:a16="http://schemas.microsoft.com/office/drawing/2014/main" id="{A30335C6-4E62-0505-389A-2FEB727A3468}"/>
              </a:ext>
            </a:extLst>
          </p:cNvPr>
          <p:cNvCxnSpPr/>
          <p:nvPr/>
        </p:nvCxnSpPr>
        <p:spPr>
          <a:xfrm>
            <a:off x="7782339" y="1078815"/>
            <a:ext cx="0" cy="650594"/>
          </a:xfrm>
          <a:prstGeom prst="line">
            <a:avLst/>
          </a:prstGeom>
          <a:ln>
            <a:solidFill>
              <a:srgbClr val="F18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ritto 39">
            <a:extLst>
              <a:ext uri="{FF2B5EF4-FFF2-40B4-BE49-F238E27FC236}">
                <a16:creationId xmlns:a16="http://schemas.microsoft.com/office/drawing/2014/main" id="{7F9FD2E5-C8BD-11F0-31EC-79B7FDC398C8}"/>
              </a:ext>
            </a:extLst>
          </p:cNvPr>
          <p:cNvCxnSpPr>
            <a:cxnSpLocks/>
          </p:cNvCxnSpPr>
          <p:nvPr/>
        </p:nvCxnSpPr>
        <p:spPr>
          <a:xfrm flipH="1">
            <a:off x="5406339" y="1385935"/>
            <a:ext cx="2376000" cy="0"/>
          </a:xfrm>
          <a:prstGeom prst="line">
            <a:avLst/>
          </a:prstGeom>
          <a:ln>
            <a:solidFill>
              <a:srgbClr val="F18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0A6F545-CA3C-4E32-1766-FDDAE30BFF1D}"/>
              </a:ext>
            </a:extLst>
          </p:cNvPr>
          <p:cNvSpPr txBox="1"/>
          <p:nvPr/>
        </p:nvSpPr>
        <p:spPr>
          <a:xfrm>
            <a:off x="7934913" y="2335224"/>
            <a:ext cx="36411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noProof="0" dirty="0" err="1">
                <a:solidFill>
                  <a:srgbClr val="D6B291"/>
                </a:solidFill>
                <a:latin typeface="Ubuntu Sans SemiBold" pitchFamily="2" charset="0"/>
              </a:rPr>
              <a:t>HTBasedLearner</a:t>
            </a:r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 further abstracts ARF e SRP trees</a:t>
            </a:r>
          </a:p>
          <a:p>
            <a:endParaRPr lang="en-US" sz="1600" noProof="0" dirty="0">
              <a:solidFill>
                <a:schemeClr val="bg1"/>
              </a:solidFill>
              <a:latin typeface="Ubuntu Sans" pitchFamily="2" charset="0"/>
            </a:endParaRPr>
          </a:p>
          <a:p>
            <a:endParaRPr lang="en-US" sz="1600" noProof="0" dirty="0">
              <a:solidFill>
                <a:schemeClr val="bg1"/>
              </a:solidFill>
              <a:latin typeface="Ubuntu Sans" pitchFamily="2" charset="0"/>
            </a:endParaRPr>
          </a:p>
        </p:txBody>
      </p:sp>
      <p:cxnSp>
        <p:nvCxnSpPr>
          <p:cNvPr id="46" name="Connettore dritto 45">
            <a:extLst>
              <a:ext uri="{FF2B5EF4-FFF2-40B4-BE49-F238E27FC236}">
                <a16:creationId xmlns:a16="http://schemas.microsoft.com/office/drawing/2014/main" id="{BCC7EBD4-29B3-2CB2-A1AF-DAD662CE57BE}"/>
              </a:ext>
            </a:extLst>
          </p:cNvPr>
          <p:cNvCxnSpPr/>
          <p:nvPr/>
        </p:nvCxnSpPr>
        <p:spPr>
          <a:xfrm>
            <a:off x="7782339" y="2286911"/>
            <a:ext cx="0" cy="650594"/>
          </a:xfrm>
          <a:prstGeom prst="line">
            <a:avLst/>
          </a:prstGeom>
          <a:ln>
            <a:solidFill>
              <a:srgbClr val="D6B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ritto 46">
            <a:extLst>
              <a:ext uri="{FF2B5EF4-FFF2-40B4-BE49-F238E27FC236}">
                <a16:creationId xmlns:a16="http://schemas.microsoft.com/office/drawing/2014/main" id="{16CB4A90-C5EA-A5A6-AEE1-ADF4C7C080FA}"/>
              </a:ext>
            </a:extLst>
          </p:cNvPr>
          <p:cNvCxnSpPr>
            <a:cxnSpLocks/>
          </p:cNvCxnSpPr>
          <p:nvPr/>
        </p:nvCxnSpPr>
        <p:spPr>
          <a:xfrm flipH="1">
            <a:off x="3806687" y="2613909"/>
            <a:ext cx="3975652" cy="0"/>
          </a:xfrm>
          <a:prstGeom prst="line">
            <a:avLst/>
          </a:prstGeom>
          <a:ln>
            <a:solidFill>
              <a:srgbClr val="D6B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ttangolo 48">
            <a:extLst>
              <a:ext uri="{FF2B5EF4-FFF2-40B4-BE49-F238E27FC236}">
                <a16:creationId xmlns:a16="http://schemas.microsoft.com/office/drawing/2014/main" id="{B540357D-4207-7D9B-BDBC-47E0965BAF1D}"/>
              </a:ext>
            </a:extLst>
          </p:cNvPr>
          <p:cNvSpPr/>
          <p:nvPr/>
        </p:nvSpPr>
        <p:spPr>
          <a:xfrm>
            <a:off x="2570823" y="2605962"/>
            <a:ext cx="1221782" cy="288000"/>
          </a:xfrm>
          <a:prstGeom prst="rect">
            <a:avLst/>
          </a:prstGeom>
          <a:solidFill>
            <a:srgbClr val="D6B291">
              <a:alpha val="2995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518E6AD9-F2AC-55F1-7587-949DDBE9AC72}"/>
              </a:ext>
            </a:extLst>
          </p:cNvPr>
          <p:cNvSpPr/>
          <p:nvPr/>
        </p:nvSpPr>
        <p:spPr>
          <a:xfrm>
            <a:off x="6096000" y="4074859"/>
            <a:ext cx="3739821" cy="1178460"/>
          </a:xfrm>
          <a:prstGeom prst="rect">
            <a:avLst/>
          </a:prstGeom>
          <a:solidFill>
            <a:srgbClr val="F185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  <a:latin typeface="Ubuntu Sans" pitchFamily="2" charset="0"/>
              </a:rPr>
              <a:t>MODULARITY</a:t>
            </a:r>
          </a:p>
          <a:p>
            <a:pPr algn="ctr"/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Seamless integration of additional base learners</a:t>
            </a:r>
          </a:p>
        </p:txBody>
      </p:sp>
      <p:sp>
        <p:nvSpPr>
          <p:cNvPr id="4" name="CasellaDiTesto 88">
            <a:extLst>
              <a:ext uri="{FF2B5EF4-FFF2-40B4-BE49-F238E27FC236}">
                <a16:creationId xmlns:a16="http://schemas.microsoft.com/office/drawing/2014/main" id="{7C6C5789-973B-0BDF-DD3F-62F79A1A9A44}"/>
              </a:ext>
            </a:extLst>
          </p:cNvPr>
          <p:cNvSpPr txBox="1"/>
          <p:nvPr/>
        </p:nvSpPr>
        <p:spPr>
          <a:xfrm rot="16200000">
            <a:off x="-1508286" y="3165982"/>
            <a:ext cx="5046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Base learner abstraction: Class diagram</a:t>
            </a:r>
          </a:p>
        </p:txBody>
      </p:sp>
    </p:spTree>
    <p:extLst>
      <p:ext uri="{BB962C8B-B14F-4D97-AF65-F5344CB8AC3E}">
        <p14:creationId xmlns:p14="http://schemas.microsoft.com/office/powerpoint/2010/main" val="377508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0" grpId="0" animBg="1"/>
      <p:bldP spid="33" grpId="0"/>
      <p:bldP spid="37" grpId="0" animBg="1"/>
      <p:bldP spid="45" grpId="0"/>
      <p:bldP spid="49" grpId="0" animBg="1"/>
      <p:bldP spid="54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25EA4A-6D03-286D-A8D3-5A81826D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76E3F573-75CA-7A7F-DD7A-A2CDCB0BBB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C94BB50-AD92-6B32-66AE-978B850CD2A2}"/>
              </a:ext>
            </a:extLst>
          </p:cNvPr>
          <p:cNvSpPr>
            <a:spLocks/>
          </p:cNvSpPr>
          <p:nvPr/>
        </p:nvSpPr>
        <p:spPr>
          <a:xfrm>
            <a:off x="1562581" y="1252386"/>
            <a:ext cx="9037773" cy="1329656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AE0A4-BEF1-DEE2-538E-DF4BC193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ECC5F3C-6F65-D7AA-D2C0-8C63719E0F39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21008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theEngine:RenoirFramework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12B80B7-AEEF-75E7-9884-0135A0071720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8C83AEE-D554-DCAB-C14B-73CF71DFE982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7017A21A-7271-4196-C2C1-AF304E69E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89F6D29B-7367-FC84-8574-873C23971FAB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68A0AFB-D389-7FD3-CAC5-811977D78EC1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System Architecture &amp; Implementation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337D8D4-1120-7EC9-0215-81169EECBB4B}"/>
              </a:ext>
            </a:extLst>
          </p:cNvPr>
          <p:cNvSpPr/>
          <p:nvPr/>
        </p:nvSpPr>
        <p:spPr>
          <a:xfrm>
            <a:off x="912501" y="6008508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ttangolo 29">
            <a:extLst>
              <a:ext uri="{FF2B5EF4-FFF2-40B4-BE49-F238E27FC236}">
                <a16:creationId xmlns:a16="http://schemas.microsoft.com/office/drawing/2014/main" id="{FDB233A3-5561-CC44-7724-F5AF90C4C0C4}"/>
              </a:ext>
            </a:extLst>
          </p:cNvPr>
          <p:cNvSpPr/>
          <p:nvPr/>
        </p:nvSpPr>
        <p:spPr>
          <a:xfrm rot="7350157">
            <a:off x="702663" y="6301853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DB96343-F421-5743-83C8-AF0D58D04307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2</a:t>
            </a:r>
            <a:endParaRPr lang="en-US" noProof="0" dirty="0"/>
          </a:p>
        </p:txBody>
      </p:sp>
      <p:cxnSp>
        <p:nvCxnSpPr>
          <p:cNvPr id="6" name="Connettore dritto 5">
            <a:extLst>
              <a:ext uri="{FF2B5EF4-FFF2-40B4-BE49-F238E27FC236}">
                <a16:creationId xmlns:a16="http://schemas.microsoft.com/office/drawing/2014/main" id="{689EF0DB-B5D2-4D88-18EE-95854AB989F8}"/>
              </a:ext>
            </a:extLst>
          </p:cNvPr>
          <p:cNvCxnSpPr>
            <a:cxnSpLocks/>
          </p:cNvCxnSpPr>
          <p:nvPr/>
        </p:nvCxnSpPr>
        <p:spPr>
          <a:xfrm flipH="1">
            <a:off x="6096000" y="1436473"/>
            <a:ext cx="10827" cy="96192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Hierarchy with solid fill">
            <a:extLst>
              <a:ext uri="{FF2B5EF4-FFF2-40B4-BE49-F238E27FC236}">
                <a16:creationId xmlns:a16="http://schemas.microsoft.com/office/drawing/2014/main" id="{2BED71A0-E80D-245D-05E7-D158A4CB5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5452" y="1370750"/>
            <a:ext cx="1065744" cy="1065744"/>
          </a:xfrm>
          <a:prstGeom prst="rect">
            <a:avLst/>
          </a:prstGeom>
        </p:spPr>
      </p:pic>
      <p:sp>
        <p:nvSpPr>
          <p:cNvPr id="18" name="Google Shape;125;p16">
            <a:extLst>
              <a:ext uri="{FF2B5EF4-FFF2-40B4-BE49-F238E27FC236}">
                <a16:creationId xmlns:a16="http://schemas.microsoft.com/office/drawing/2014/main" id="{DCB41A8A-DA76-0A9C-716C-17FB14C6AFC0}"/>
              </a:ext>
            </a:extLst>
          </p:cNvPr>
          <p:cNvSpPr txBox="1"/>
          <p:nvPr/>
        </p:nvSpPr>
        <p:spPr>
          <a:xfrm>
            <a:off x="3015155" y="1510951"/>
            <a:ext cx="28669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noProof="0" dirty="0">
                <a:latin typeface="Ubuntu Sans SemiBold"/>
                <a:ea typeface="Poppins"/>
                <a:cs typeface="Poppins"/>
                <a:sym typeface="Poppins"/>
              </a:rPr>
              <a:t>DATAFLOW MODEL</a:t>
            </a:r>
            <a:endParaRPr lang="en-US" sz="2000" noProof="0" dirty="0">
              <a:latin typeface="Ubuntu Sans SemiBold"/>
            </a:endParaRPr>
          </a:p>
        </p:txBody>
      </p:sp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0618ABA8-6A21-CC69-2A45-01B1D972676E}"/>
              </a:ext>
            </a:extLst>
          </p:cNvPr>
          <p:cNvSpPr txBox="1"/>
          <p:nvPr/>
        </p:nvSpPr>
        <p:spPr>
          <a:xfrm>
            <a:off x="6309063" y="1510951"/>
            <a:ext cx="286707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0" dirty="0">
                <a:latin typeface="Ubuntu Sans SemiBold"/>
                <a:cs typeface="Poppins"/>
                <a:sym typeface="Poppins"/>
              </a:rPr>
              <a:t>PURE RUST</a:t>
            </a:r>
            <a:endParaRPr lang="en-US" b="1" noProof="0" dirty="0">
              <a:latin typeface="Ubuntu Sans SemiBold"/>
              <a:cs typeface="Poppins"/>
            </a:endParaRPr>
          </a:p>
        </p:txBody>
      </p:sp>
      <p:sp>
        <p:nvSpPr>
          <p:cNvPr id="27" name="Google Shape;126;p16">
            <a:extLst>
              <a:ext uri="{FF2B5EF4-FFF2-40B4-BE49-F238E27FC236}">
                <a16:creationId xmlns:a16="http://schemas.microsoft.com/office/drawing/2014/main" id="{04F4B21D-0962-E9AC-7564-04695038C796}"/>
              </a:ext>
            </a:extLst>
          </p:cNvPr>
          <p:cNvSpPr txBox="1"/>
          <p:nvPr/>
        </p:nvSpPr>
        <p:spPr>
          <a:xfrm>
            <a:off x="3086457" y="1877487"/>
            <a:ext cx="2730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noProof="0" dirty="0">
                <a:latin typeface="Ubuntu Sans"/>
                <a:ea typeface="Inter"/>
                <a:cs typeface="Inter"/>
                <a:sym typeface="Inter"/>
              </a:rPr>
              <a:t>Direct acyclic graph (DAG) for parallel computing.</a:t>
            </a:r>
            <a:endParaRPr lang="en-US" sz="1500" noProof="0" dirty="0">
              <a:latin typeface="Ubuntu Sans"/>
            </a:endParaRPr>
          </a:p>
        </p:txBody>
      </p:sp>
      <p:sp>
        <p:nvSpPr>
          <p:cNvPr id="31" name="Google Shape;128;p16">
            <a:extLst>
              <a:ext uri="{FF2B5EF4-FFF2-40B4-BE49-F238E27FC236}">
                <a16:creationId xmlns:a16="http://schemas.microsoft.com/office/drawing/2014/main" id="{3268B8F1-D14B-2A85-532C-618A05850FD4}"/>
              </a:ext>
            </a:extLst>
          </p:cNvPr>
          <p:cNvSpPr txBox="1"/>
          <p:nvPr/>
        </p:nvSpPr>
        <p:spPr>
          <a:xfrm>
            <a:off x="6434273" y="1877487"/>
            <a:ext cx="2730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latin typeface="Ubuntu Sans"/>
                <a:ea typeface="Inter"/>
                <a:cs typeface="Inter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500" noProof="0" dirty="0">
                <a:sym typeface="Inter"/>
              </a:rPr>
              <a:t>Zero-cost abstractions and safe memory management.</a:t>
            </a:r>
            <a:endParaRPr lang="en-US" sz="1500" noProof="0" dirty="0"/>
          </a:p>
        </p:txBody>
      </p:sp>
      <p:cxnSp>
        <p:nvCxnSpPr>
          <p:cNvPr id="34" name="Connettore dritto 39">
            <a:extLst>
              <a:ext uri="{FF2B5EF4-FFF2-40B4-BE49-F238E27FC236}">
                <a16:creationId xmlns:a16="http://schemas.microsoft.com/office/drawing/2014/main" id="{D46A647B-78D8-6DFC-6B76-68F930794420}"/>
              </a:ext>
            </a:extLst>
          </p:cNvPr>
          <p:cNvCxnSpPr>
            <a:cxnSpLocks/>
          </p:cNvCxnSpPr>
          <p:nvPr/>
        </p:nvCxnSpPr>
        <p:spPr>
          <a:xfrm flipV="1">
            <a:off x="2796423" y="1415641"/>
            <a:ext cx="0" cy="967513"/>
          </a:xfrm>
          <a:prstGeom prst="line">
            <a:avLst/>
          </a:prstGeom>
          <a:ln>
            <a:solidFill>
              <a:srgbClr val="BFBFB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ritto 39">
            <a:extLst>
              <a:ext uri="{FF2B5EF4-FFF2-40B4-BE49-F238E27FC236}">
                <a16:creationId xmlns:a16="http://schemas.microsoft.com/office/drawing/2014/main" id="{026DD3B7-5636-964A-7FC1-352AC5221843}"/>
              </a:ext>
            </a:extLst>
          </p:cNvPr>
          <p:cNvCxnSpPr>
            <a:cxnSpLocks/>
          </p:cNvCxnSpPr>
          <p:nvPr/>
        </p:nvCxnSpPr>
        <p:spPr>
          <a:xfrm flipV="1">
            <a:off x="9422976" y="1436473"/>
            <a:ext cx="0" cy="946681"/>
          </a:xfrm>
          <a:prstGeom prst="line">
            <a:avLst/>
          </a:prstGeom>
          <a:ln>
            <a:solidFill>
              <a:srgbClr val="BFBFB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A68FCF7E-0893-6643-3BEB-533F1380D5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468" y="1447637"/>
            <a:ext cx="902037" cy="902037"/>
          </a:xfrm>
          <a:prstGeom prst="rect">
            <a:avLst/>
          </a:prstGeom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03D7D51-7ACC-EA95-08F5-065F7D7D2B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11976" y="2866417"/>
            <a:ext cx="5023762" cy="283496"/>
          </a:xfrm>
          <a:prstGeom prst="bentConnector3">
            <a:avLst>
              <a:gd name="adj1" fmla="val 999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D2F3767-7C53-0EFE-F3BB-BE3BD08F5797}"/>
              </a:ext>
            </a:extLst>
          </p:cNvPr>
          <p:cNvCxnSpPr>
            <a:cxnSpLocks/>
          </p:cNvCxnSpPr>
          <p:nvPr/>
        </p:nvCxnSpPr>
        <p:spPr>
          <a:xfrm>
            <a:off x="6427690" y="2866681"/>
            <a:ext cx="4352334" cy="290224"/>
          </a:xfrm>
          <a:prstGeom prst="bentConnector3">
            <a:avLst>
              <a:gd name="adj1" fmla="val 999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8EB1E5C-E2B8-C181-D91F-AD8EC2D3C024}"/>
              </a:ext>
            </a:extLst>
          </p:cNvPr>
          <p:cNvCxnSpPr>
            <a:cxnSpLocks/>
          </p:cNvCxnSpPr>
          <p:nvPr/>
        </p:nvCxnSpPr>
        <p:spPr>
          <a:xfrm>
            <a:off x="6096000" y="2693161"/>
            <a:ext cx="0" cy="435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ttangolo con angoli arrotondati 2">
            <a:extLst>
              <a:ext uri="{FF2B5EF4-FFF2-40B4-BE49-F238E27FC236}">
                <a16:creationId xmlns:a16="http://schemas.microsoft.com/office/drawing/2014/main" id="{89109D60-9379-AD94-991E-95AAA4F00D61}"/>
              </a:ext>
            </a:extLst>
          </p:cNvPr>
          <p:cNvSpPr>
            <a:spLocks/>
          </p:cNvSpPr>
          <p:nvPr/>
        </p:nvSpPr>
        <p:spPr>
          <a:xfrm>
            <a:off x="1064871" y="3227862"/>
            <a:ext cx="10069976" cy="1365928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8" name="Connettore dritto 5">
            <a:extLst>
              <a:ext uri="{FF2B5EF4-FFF2-40B4-BE49-F238E27FC236}">
                <a16:creationId xmlns:a16="http://schemas.microsoft.com/office/drawing/2014/main" id="{27A5487B-2494-2A5F-6249-D556AA8603B9}"/>
              </a:ext>
            </a:extLst>
          </p:cNvPr>
          <p:cNvCxnSpPr>
            <a:cxnSpLocks/>
          </p:cNvCxnSpPr>
          <p:nvPr/>
        </p:nvCxnSpPr>
        <p:spPr>
          <a:xfrm>
            <a:off x="4544255" y="3500476"/>
            <a:ext cx="0" cy="9144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Google Shape;125;p16">
            <a:extLst>
              <a:ext uri="{FF2B5EF4-FFF2-40B4-BE49-F238E27FC236}">
                <a16:creationId xmlns:a16="http://schemas.microsoft.com/office/drawing/2014/main" id="{144E8AA4-332E-B9C4-EEA0-7C54539E0094}"/>
              </a:ext>
            </a:extLst>
          </p:cNvPr>
          <p:cNvSpPr txBox="1"/>
          <p:nvPr/>
        </p:nvSpPr>
        <p:spPr>
          <a:xfrm>
            <a:off x="1302667" y="3410255"/>
            <a:ext cx="3010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noProof="0" dirty="0">
                <a:latin typeface="Ubuntu Sans SemiBold"/>
                <a:ea typeface="Poppins"/>
                <a:cs typeface="Poppins"/>
                <a:sym typeface="Inter"/>
              </a:rPr>
              <a:t>BORROWING</a:t>
            </a:r>
            <a:endParaRPr lang="en-US" b="1" noProof="0" dirty="0">
              <a:latin typeface="Ubuntu Sans SemiBold"/>
              <a:ea typeface="Poppins"/>
              <a:cs typeface="Poppins"/>
            </a:endParaRPr>
          </a:p>
        </p:txBody>
      </p:sp>
      <p:sp>
        <p:nvSpPr>
          <p:cNvPr id="62" name="Google Shape;126;p16">
            <a:extLst>
              <a:ext uri="{FF2B5EF4-FFF2-40B4-BE49-F238E27FC236}">
                <a16:creationId xmlns:a16="http://schemas.microsoft.com/office/drawing/2014/main" id="{FEF6D43C-8718-4055-E93D-2AA1CA0D170F}"/>
              </a:ext>
            </a:extLst>
          </p:cNvPr>
          <p:cNvSpPr txBox="1"/>
          <p:nvPr/>
        </p:nvSpPr>
        <p:spPr>
          <a:xfrm>
            <a:off x="1302668" y="3939438"/>
            <a:ext cx="24202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500" noProof="0" dirty="0">
                <a:latin typeface="Ubuntu Sans"/>
                <a:ea typeface="Inter"/>
                <a:cs typeface="Inter"/>
                <a:sym typeface="Inter"/>
              </a:rPr>
              <a:t>Elimination of data races </a:t>
            </a:r>
            <a:r>
              <a:rPr lang="en-US" sz="1500" dirty="0">
                <a:latin typeface="Ubuntu Sans"/>
                <a:ea typeface="Inter"/>
                <a:cs typeface="Inter"/>
                <a:sym typeface="Inter"/>
              </a:rPr>
              <a:t>in distributed systems</a:t>
            </a:r>
            <a:r>
              <a:rPr lang="en-US" sz="1500" noProof="0" dirty="0">
                <a:latin typeface="Ubuntu Sans"/>
                <a:ea typeface="Inter"/>
                <a:cs typeface="Inter"/>
                <a:sym typeface="Inter"/>
              </a:rPr>
              <a:t>.</a:t>
            </a:r>
            <a:endParaRPr lang="en-US" sz="1500" noProof="0" dirty="0">
              <a:latin typeface="Ubuntu Sans"/>
              <a:ea typeface="Inter"/>
              <a:cs typeface="Inter"/>
            </a:endParaRPr>
          </a:p>
        </p:txBody>
      </p:sp>
      <p:cxnSp>
        <p:nvCxnSpPr>
          <p:cNvPr id="71" name="Connettore dritto 5">
            <a:extLst>
              <a:ext uri="{FF2B5EF4-FFF2-40B4-BE49-F238E27FC236}">
                <a16:creationId xmlns:a16="http://schemas.microsoft.com/office/drawing/2014/main" id="{66DBCCA1-B955-A35E-D8B8-AB519725743A}"/>
              </a:ext>
            </a:extLst>
          </p:cNvPr>
          <p:cNvCxnSpPr>
            <a:cxnSpLocks/>
          </p:cNvCxnSpPr>
          <p:nvPr/>
        </p:nvCxnSpPr>
        <p:spPr>
          <a:xfrm>
            <a:off x="7660650" y="3492974"/>
            <a:ext cx="0" cy="8874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Google Shape;127;p16">
            <a:extLst>
              <a:ext uri="{FF2B5EF4-FFF2-40B4-BE49-F238E27FC236}">
                <a16:creationId xmlns:a16="http://schemas.microsoft.com/office/drawing/2014/main" id="{A0539ABF-7A28-EB33-9B7E-02AE2BC26D12}"/>
              </a:ext>
            </a:extLst>
          </p:cNvPr>
          <p:cNvSpPr txBox="1"/>
          <p:nvPr/>
        </p:nvSpPr>
        <p:spPr>
          <a:xfrm>
            <a:off x="8002073" y="3410255"/>
            <a:ext cx="286707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b="1" noProof="0" dirty="0">
                <a:latin typeface="Ubuntu Sans SemiBold"/>
                <a:ea typeface="Poppins"/>
                <a:cs typeface="Poppins"/>
              </a:rPr>
              <a:t>ZERO-OVERHEAD</a:t>
            </a:r>
          </a:p>
        </p:txBody>
      </p:sp>
      <p:sp>
        <p:nvSpPr>
          <p:cNvPr id="75" name="Google Shape;128;p16">
            <a:extLst>
              <a:ext uri="{FF2B5EF4-FFF2-40B4-BE49-F238E27FC236}">
                <a16:creationId xmlns:a16="http://schemas.microsoft.com/office/drawing/2014/main" id="{258889BB-E4FA-A44B-0CCF-FA042A52E59F}"/>
              </a:ext>
            </a:extLst>
          </p:cNvPr>
          <p:cNvSpPr txBox="1"/>
          <p:nvPr/>
        </p:nvSpPr>
        <p:spPr>
          <a:xfrm>
            <a:off x="8138601" y="3939438"/>
            <a:ext cx="2730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latin typeface="Ubuntu Sans"/>
                <a:ea typeface="Inter"/>
                <a:cs typeface="Inter"/>
              </a:defRPr>
            </a:lvl1pPr>
          </a:lstStyle>
          <a:p>
            <a:pPr lvl="0" algn="r">
              <a:lnSpc>
                <a:spcPct val="100000"/>
              </a:lnSpc>
            </a:pPr>
            <a:r>
              <a:rPr lang="en-US" sz="1500" noProof="0" dirty="0">
                <a:ea typeface="+mn-ea"/>
                <a:cs typeface="+mn-cs"/>
                <a:sym typeface="Inter"/>
              </a:rPr>
              <a:t>Garbage Collector free, deterministic latency.</a:t>
            </a:r>
            <a:endParaRPr lang="en-US" sz="1500" noProof="0" dirty="0">
              <a:ea typeface="+mn-ea"/>
              <a:cs typeface="+mn-cs"/>
            </a:endParaRPr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BF474636-0D4A-40FE-3C61-3F29E95F5E99}"/>
              </a:ext>
            </a:extLst>
          </p:cNvPr>
          <p:cNvSpPr/>
          <p:nvPr/>
        </p:nvSpPr>
        <p:spPr>
          <a:xfrm rot="10800000">
            <a:off x="5956427" y="2652955"/>
            <a:ext cx="279143" cy="15329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248F951C-1EA4-0F02-1FD9-AF062D477A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97874" y="4894134"/>
            <a:ext cx="3949719" cy="258854"/>
          </a:xfrm>
          <a:prstGeom prst="bentConnector3">
            <a:avLst>
              <a:gd name="adj1" fmla="val 999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FC10FB5D-DB35-4323-2FCA-698A56298AAA}"/>
              </a:ext>
            </a:extLst>
          </p:cNvPr>
          <p:cNvCxnSpPr>
            <a:cxnSpLocks/>
          </p:cNvCxnSpPr>
          <p:nvPr/>
        </p:nvCxnSpPr>
        <p:spPr>
          <a:xfrm>
            <a:off x="6439544" y="4894398"/>
            <a:ext cx="3254583" cy="240718"/>
          </a:xfrm>
          <a:prstGeom prst="bentConnector3">
            <a:avLst>
              <a:gd name="adj1" fmla="val 999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C96A97C-BA46-D6E5-727E-7F82ED5BFA78}"/>
              </a:ext>
            </a:extLst>
          </p:cNvPr>
          <p:cNvCxnSpPr>
            <a:cxnSpLocks/>
          </p:cNvCxnSpPr>
          <p:nvPr/>
        </p:nvCxnSpPr>
        <p:spPr>
          <a:xfrm>
            <a:off x="6107854" y="4720878"/>
            <a:ext cx="0" cy="435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>
            <a:extLst>
              <a:ext uri="{FF2B5EF4-FFF2-40B4-BE49-F238E27FC236}">
                <a16:creationId xmlns:a16="http://schemas.microsoft.com/office/drawing/2014/main" id="{CF8F2B57-A41B-9A12-DA24-01CF259DBFCA}"/>
              </a:ext>
            </a:extLst>
          </p:cNvPr>
          <p:cNvSpPr/>
          <p:nvPr/>
        </p:nvSpPr>
        <p:spPr>
          <a:xfrm rot="10800000">
            <a:off x="5968281" y="4680672"/>
            <a:ext cx="279143" cy="15329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1" name="Connettore dritto 39">
            <a:extLst>
              <a:ext uri="{FF2B5EF4-FFF2-40B4-BE49-F238E27FC236}">
                <a16:creationId xmlns:a16="http://schemas.microsoft.com/office/drawing/2014/main" id="{DD60C6A3-105E-CBE9-8056-14EB69306700}"/>
              </a:ext>
            </a:extLst>
          </p:cNvPr>
          <p:cNvCxnSpPr>
            <a:cxnSpLocks/>
          </p:cNvCxnSpPr>
          <p:nvPr/>
        </p:nvCxnSpPr>
        <p:spPr>
          <a:xfrm>
            <a:off x="1302667" y="3814383"/>
            <a:ext cx="73192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Connettore dritto 39">
            <a:extLst>
              <a:ext uri="{FF2B5EF4-FFF2-40B4-BE49-F238E27FC236}">
                <a16:creationId xmlns:a16="http://schemas.microsoft.com/office/drawing/2014/main" id="{514E7BED-7514-E7EB-F5B4-1525DA6006AB}"/>
              </a:ext>
            </a:extLst>
          </p:cNvPr>
          <p:cNvCxnSpPr>
            <a:cxnSpLocks/>
          </p:cNvCxnSpPr>
          <p:nvPr/>
        </p:nvCxnSpPr>
        <p:spPr>
          <a:xfrm>
            <a:off x="5730036" y="3814383"/>
            <a:ext cx="73192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Connettore dritto 39">
            <a:extLst>
              <a:ext uri="{FF2B5EF4-FFF2-40B4-BE49-F238E27FC236}">
                <a16:creationId xmlns:a16="http://schemas.microsoft.com/office/drawing/2014/main" id="{8EC8E03C-91A8-3368-13D4-605622B52068}"/>
              </a:ext>
            </a:extLst>
          </p:cNvPr>
          <p:cNvCxnSpPr>
            <a:cxnSpLocks/>
          </p:cNvCxnSpPr>
          <p:nvPr/>
        </p:nvCxnSpPr>
        <p:spPr>
          <a:xfrm>
            <a:off x="10137224" y="3814383"/>
            <a:ext cx="73192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" name="Rettangolo 53">
            <a:extLst>
              <a:ext uri="{FF2B5EF4-FFF2-40B4-BE49-F238E27FC236}">
                <a16:creationId xmlns:a16="http://schemas.microsoft.com/office/drawing/2014/main" id="{2B2736E0-9D3F-712C-0FF6-F4506B2797CD}"/>
              </a:ext>
            </a:extLst>
          </p:cNvPr>
          <p:cNvSpPr/>
          <p:nvPr/>
        </p:nvSpPr>
        <p:spPr>
          <a:xfrm>
            <a:off x="1783359" y="5229526"/>
            <a:ext cx="8640801" cy="662332"/>
          </a:xfrm>
          <a:prstGeom prst="rect">
            <a:avLst/>
          </a:prstGeom>
          <a:solidFill>
            <a:srgbClr val="F185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  <a:latin typeface="Ubuntu Sans" pitchFamily="2" charset="0"/>
              </a:rPr>
              <a:t>EFFICIENT</a:t>
            </a:r>
          </a:p>
          <a:p>
            <a:pPr lvl="0" algn="ctr"/>
            <a:r>
              <a:rPr lang="en-US" sz="1500" noProof="0" dirty="0">
                <a:ea typeface="Inter"/>
                <a:cs typeface="Inter"/>
                <a:sym typeface="Inter"/>
              </a:rPr>
              <a:t>Outperform Apache Flink with lower overheads.</a:t>
            </a:r>
            <a:endParaRPr lang="en-US" sz="1500" noProof="0" dirty="0"/>
          </a:p>
        </p:txBody>
      </p:sp>
      <p:sp>
        <p:nvSpPr>
          <p:cNvPr id="61" name="Google Shape;127;p16">
            <a:extLst>
              <a:ext uri="{FF2B5EF4-FFF2-40B4-BE49-F238E27FC236}">
                <a16:creationId xmlns:a16="http://schemas.microsoft.com/office/drawing/2014/main" id="{8104806A-2240-A396-B593-39E673A7026A}"/>
              </a:ext>
            </a:extLst>
          </p:cNvPr>
          <p:cNvSpPr txBox="1"/>
          <p:nvPr/>
        </p:nvSpPr>
        <p:spPr>
          <a:xfrm>
            <a:off x="5162262" y="3410255"/>
            <a:ext cx="18674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1" noProof="0" dirty="0">
                <a:latin typeface="Ubuntu Sans SemiBold"/>
                <a:ea typeface="Poppins"/>
                <a:cs typeface="Poppins"/>
              </a:rPr>
              <a:t>CONCURRENCY</a:t>
            </a:r>
          </a:p>
        </p:txBody>
      </p:sp>
      <p:sp>
        <p:nvSpPr>
          <p:cNvPr id="63" name="Google Shape;128;p16">
            <a:extLst>
              <a:ext uri="{FF2B5EF4-FFF2-40B4-BE49-F238E27FC236}">
                <a16:creationId xmlns:a16="http://schemas.microsoft.com/office/drawing/2014/main" id="{769589B1-6026-9DB1-BBAC-43B3DF749AE5}"/>
              </a:ext>
            </a:extLst>
          </p:cNvPr>
          <p:cNvSpPr txBox="1"/>
          <p:nvPr/>
        </p:nvSpPr>
        <p:spPr>
          <a:xfrm>
            <a:off x="5009303" y="3939438"/>
            <a:ext cx="21733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latin typeface="Ubuntu Sans"/>
                <a:ea typeface="Inter"/>
                <a:cs typeface="Inter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500" noProof="0" dirty="0">
                <a:sym typeface="Inter"/>
              </a:rPr>
              <a:t>Full multi-core CPU utilization.</a:t>
            </a:r>
            <a:endParaRPr lang="en-US" sz="1500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B9ECC-2FB5-BB82-DF13-F9A543C3C022}"/>
              </a:ext>
            </a:extLst>
          </p:cNvPr>
          <p:cNvGrpSpPr/>
          <p:nvPr/>
        </p:nvGrpSpPr>
        <p:grpSpPr>
          <a:xfrm>
            <a:off x="10059254" y="4894134"/>
            <a:ext cx="858578" cy="858578"/>
            <a:chOff x="9456008" y="659729"/>
            <a:chExt cx="1259999" cy="126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6FFB2C4-8255-C70C-9CA6-14EF26629852}"/>
                </a:ext>
              </a:extLst>
            </p:cNvPr>
            <p:cNvSpPr/>
            <p:nvPr/>
          </p:nvSpPr>
          <p:spPr>
            <a:xfrm>
              <a:off x="9456008" y="659729"/>
              <a:ext cx="1259999" cy="12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32418A-B778-3CB6-B598-DDA5D4AC623A}"/>
                </a:ext>
              </a:extLst>
            </p:cNvPr>
            <p:cNvGrpSpPr/>
            <p:nvPr/>
          </p:nvGrpSpPr>
          <p:grpSpPr>
            <a:xfrm>
              <a:off x="9485027" y="819142"/>
              <a:ext cx="1122600" cy="988167"/>
              <a:chOff x="9236551" y="382227"/>
              <a:chExt cx="2199977" cy="18515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21F6452-FBFC-BED4-BB3C-D59B32309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>
              <a:xfrm>
                <a:off x="9766044" y="382227"/>
                <a:ext cx="1296513" cy="123958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6DEF12-C069-D3CF-3AA9-88BE322EF339}"/>
                  </a:ext>
                </a:extLst>
              </p:cNvPr>
              <p:cNvSpPr txBox="1"/>
              <p:nvPr/>
            </p:nvSpPr>
            <p:spPr>
              <a:xfrm>
                <a:off x="9236551" y="1599010"/>
                <a:ext cx="2199977" cy="634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/>
                  <a:t>Databrush.it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954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  <p:bldP spid="57" grpId="0" animBg="1"/>
      <p:bldP spid="60" grpId="0"/>
      <p:bldP spid="62" grpId="0"/>
      <p:bldP spid="73" grpId="0"/>
      <p:bldP spid="75" grpId="0"/>
      <p:bldP spid="96" grpId="0" animBg="1"/>
      <p:bldP spid="100" grpId="0" animBg="1"/>
      <p:bldP spid="105" grpId="0" animBg="1"/>
      <p:bldP spid="61" grpId="0"/>
      <p:bldP spid="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96D7-1EA0-1CA1-3369-B7279BD7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D56436C8-D060-6F65-CA51-E1E25755D8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2148FFC-5E6F-6BED-A20F-10D63FA4AE15}"/>
              </a:ext>
            </a:extLst>
          </p:cNvPr>
          <p:cNvSpPr>
            <a:spLocks/>
          </p:cNvSpPr>
          <p:nvPr/>
        </p:nvSpPr>
        <p:spPr>
          <a:xfrm>
            <a:off x="1562581" y="1685077"/>
            <a:ext cx="9037773" cy="3593327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29569-31BA-572A-20F0-CC653AA2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DFD9395-AFEA-6F7A-73FE-3A1F6FC0EF58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21008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theEngine:RenoirFramework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B03746E-AA97-0EC4-2CB1-A177789F1EE1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4F5B8A5-BB3E-3E85-9AAC-B4F3176A4042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37A10D9E-BBC0-BCB0-498E-5700ECC5A4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788AAF55-7E93-B1D8-E8C3-5650210AF896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8B291D0-9E44-8B7F-B63C-63B717374834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System Architecture &amp; Implementation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51E7AA0-C071-03C5-0CCF-912873A8854A}"/>
              </a:ext>
            </a:extLst>
          </p:cNvPr>
          <p:cNvSpPr/>
          <p:nvPr/>
        </p:nvSpPr>
        <p:spPr>
          <a:xfrm>
            <a:off x="912501" y="6008508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ttangolo 29">
            <a:extLst>
              <a:ext uri="{FF2B5EF4-FFF2-40B4-BE49-F238E27FC236}">
                <a16:creationId xmlns:a16="http://schemas.microsoft.com/office/drawing/2014/main" id="{15C64FBF-6749-876A-AFA7-233CCCBCC4EA}"/>
              </a:ext>
            </a:extLst>
          </p:cNvPr>
          <p:cNvSpPr/>
          <p:nvPr/>
        </p:nvSpPr>
        <p:spPr>
          <a:xfrm rot="7350157">
            <a:off x="702663" y="6301853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7596F64-4401-1824-BB74-BABDA1CFC9B6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2</a:t>
            </a:r>
            <a:endParaRPr lang="en-US" noProof="0" dirty="0"/>
          </a:p>
        </p:txBody>
      </p:sp>
      <p:cxnSp>
        <p:nvCxnSpPr>
          <p:cNvPr id="6" name="Connettore dritto 5">
            <a:extLst>
              <a:ext uri="{FF2B5EF4-FFF2-40B4-BE49-F238E27FC236}">
                <a16:creationId xmlns:a16="http://schemas.microsoft.com/office/drawing/2014/main" id="{3FB61837-9580-996D-C0DA-89C2E14E69ED}"/>
              </a:ext>
            </a:extLst>
          </p:cNvPr>
          <p:cNvCxnSpPr>
            <a:cxnSpLocks/>
          </p:cNvCxnSpPr>
          <p:nvPr/>
        </p:nvCxnSpPr>
        <p:spPr>
          <a:xfrm>
            <a:off x="6096000" y="1985513"/>
            <a:ext cx="0" cy="88744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Hierarchy with solid fill">
            <a:extLst>
              <a:ext uri="{FF2B5EF4-FFF2-40B4-BE49-F238E27FC236}">
                <a16:creationId xmlns:a16="http://schemas.microsoft.com/office/drawing/2014/main" id="{DDEC65DC-4699-305A-FB80-E8AFD2BB01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9141" y="1845312"/>
            <a:ext cx="1065744" cy="1065744"/>
          </a:xfrm>
          <a:prstGeom prst="rect">
            <a:avLst/>
          </a:prstGeom>
        </p:spPr>
      </p:pic>
      <p:sp>
        <p:nvSpPr>
          <p:cNvPr id="20" name="Google Shape;127;p16">
            <a:extLst>
              <a:ext uri="{FF2B5EF4-FFF2-40B4-BE49-F238E27FC236}">
                <a16:creationId xmlns:a16="http://schemas.microsoft.com/office/drawing/2014/main" id="{3D8FDA1F-40E5-0786-41FF-82AA97007CCB}"/>
              </a:ext>
            </a:extLst>
          </p:cNvPr>
          <p:cNvSpPr txBox="1"/>
          <p:nvPr/>
        </p:nvSpPr>
        <p:spPr>
          <a:xfrm>
            <a:off x="2981070" y="1985513"/>
            <a:ext cx="286707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0" dirty="0">
                <a:latin typeface="Ubuntu Sans SemiBold"/>
                <a:cs typeface="Poppins"/>
                <a:sym typeface="Poppins"/>
              </a:rPr>
              <a:t>PURE RUST</a:t>
            </a:r>
            <a:endParaRPr lang="en-US" b="1" noProof="0" dirty="0">
              <a:latin typeface="Ubuntu Sans SemiBold"/>
              <a:cs typeface="Poppins"/>
            </a:endParaRPr>
          </a:p>
        </p:txBody>
      </p:sp>
      <p:sp>
        <p:nvSpPr>
          <p:cNvPr id="31" name="Google Shape;128;p16">
            <a:extLst>
              <a:ext uri="{FF2B5EF4-FFF2-40B4-BE49-F238E27FC236}">
                <a16:creationId xmlns:a16="http://schemas.microsoft.com/office/drawing/2014/main" id="{9F7784E5-DE9D-CC6D-CFDA-5D7E2B8E269F}"/>
              </a:ext>
            </a:extLst>
          </p:cNvPr>
          <p:cNvSpPr txBox="1"/>
          <p:nvPr/>
        </p:nvSpPr>
        <p:spPr>
          <a:xfrm>
            <a:off x="3106280" y="2352049"/>
            <a:ext cx="2730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latin typeface="Ubuntu Sans"/>
                <a:ea typeface="Inter"/>
                <a:cs typeface="Inter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500" noProof="0" dirty="0">
                <a:sym typeface="Inter"/>
              </a:rPr>
              <a:t>Zero-cost abstractions and safe memory management.</a:t>
            </a:r>
            <a:endParaRPr lang="en-US" sz="1500" noProof="0" dirty="0"/>
          </a:p>
        </p:txBody>
      </p:sp>
      <p:cxnSp>
        <p:nvCxnSpPr>
          <p:cNvPr id="34" name="Connettore dritto 39">
            <a:extLst>
              <a:ext uri="{FF2B5EF4-FFF2-40B4-BE49-F238E27FC236}">
                <a16:creationId xmlns:a16="http://schemas.microsoft.com/office/drawing/2014/main" id="{BA474C59-76AF-E2A3-3A8A-A4EB6878E20E}"/>
              </a:ext>
            </a:extLst>
          </p:cNvPr>
          <p:cNvCxnSpPr>
            <a:cxnSpLocks/>
          </p:cNvCxnSpPr>
          <p:nvPr/>
        </p:nvCxnSpPr>
        <p:spPr>
          <a:xfrm flipV="1">
            <a:off x="2796423" y="1890203"/>
            <a:ext cx="0" cy="967513"/>
          </a:xfrm>
          <a:prstGeom prst="line">
            <a:avLst/>
          </a:prstGeom>
          <a:ln>
            <a:solidFill>
              <a:srgbClr val="BFBFB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ritto 39">
            <a:extLst>
              <a:ext uri="{FF2B5EF4-FFF2-40B4-BE49-F238E27FC236}">
                <a16:creationId xmlns:a16="http://schemas.microsoft.com/office/drawing/2014/main" id="{30DE1942-536F-6360-4F33-4497337ED557}"/>
              </a:ext>
            </a:extLst>
          </p:cNvPr>
          <p:cNvCxnSpPr>
            <a:cxnSpLocks/>
          </p:cNvCxnSpPr>
          <p:nvPr/>
        </p:nvCxnSpPr>
        <p:spPr>
          <a:xfrm flipV="1">
            <a:off x="9422976" y="1911035"/>
            <a:ext cx="0" cy="946681"/>
          </a:xfrm>
          <a:prstGeom prst="line">
            <a:avLst/>
          </a:prstGeom>
          <a:ln>
            <a:solidFill>
              <a:srgbClr val="BFBFB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25;p16">
            <a:extLst>
              <a:ext uri="{FF2B5EF4-FFF2-40B4-BE49-F238E27FC236}">
                <a16:creationId xmlns:a16="http://schemas.microsoft.com/office/drawing/2014/main" id="{26D2EA36-FBFD-B1D3-1EFD-8AC57A3DA4C6}"/>
              </a:ext>
            </a:extLst>
          </p:cNvPr>
          <p:cNvSpPr txBox="1"/>
          <p:nvPr/>
        </p:nvSpPr>
        <p:spPr>
          <a:xfrm>
            <a:off x="6311261" y="1985513"/>
            <a:ext cx="28669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noProof="0" dirty="0">
                <a:latin typeface="Ubuntu Sans SemiBold"/>
                <a:ea typeface="Poppins"/>
                <a:cs typeface="Poppins"/>
                <a:sym typeface="Poppins"/>
              </a:rPr>
              <a:t>DATAFLOW MODEL</a:t>
            </a:r>
            <a:endParaRPr lang="en-US" sz="2000" noProof="0" dirty="0">
              <a:latin typeface="Ubuntu Sans SemiBold"/>
            </a:endParaRPr>
          </a:p>
        </p:txBody>
      </p:sp>
      <p:sp>
        <p:nvSpPr>
          <p:cNvPr id="21" name="Google Shape;126;p16">
            <a:extLst>
              <a:ext uri="{FF2B5EF4-FFF2-40B4-BE49-F238E27FC236}">
                <a16:creationId xmlns:a16="http://schemas.microsoft.com/office/drawing/2014/main" id="{3F5B1727-04E8-70E3-A1E6-13E2A0DE0D8D}"/>
              </a:ext>
            </a:extLst>
          </p:cNvPr>
          <p:cNvSpPr txBox="1"/>
          <p:nvPr/>
        </p:nvSpPr>
        <p:spPr>
          <a:xfrm>
            <a:off x="6382563" y="2352049"/>
            <a:ext cx="2730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noProof="0" dirty="0">
                <a:latin typeface="Ubuntu Sans"/>
                <a:ea typeface="Inter"/>
                <a:cs typeface="Inter"/>
                <a:sym typeface="Inter"/>
              </a:rPr>
              <a:t>Direct acyclic graph (DAG)</a:t>
            </a:r>
            <a:r>
              <a:rPr lang="en-US" sz="1500" b="0" i="0" u="none" strike="noStrike" cap="none" noProof="0" dirty="0">
                <a:latin typeface="Ubuntu Sans"/>
                <a:ea typeface="Inter"/>
                <a:cs typeface="Inter"/>
                <a:sym typeface="Inter"/>
              </a:rPr>
              <a:t> for parallel computing.</a:t>
            </a:r>
            <a:endParaRPr lang="en-US" sz="1500" noProof="0" dirty="0">
              <a:latin typeface="Ubuntu San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397497-D556-D471-17D7-968DDBA72F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76" y="1922199"/>
            <a:ext cx="902037" cy="902037"/>
          </a:xfrm>
          <a:prstGeom prst="rect">
            <a:avLst/>
          </a:prstGeom>
        </p:spPr>
      </p:pic>
      <p:cxnSp>
        <p:nvCxnSpPr>
          <p:cNvPr id="29" name="Connettore dritto 39">
            <a:extLst>
              <a:ext uri="{FF2B5EF4-FFF2-40B4-BE49-F238E27FC236}">
                <a16:creationId xmlns:a16="http://schemas.microsoft.com/office/drawing/2014/main" id="{17800A61-55AA-80F0-CDBB-A4852B05460B}"/>
              </a:ext>
            </a:extLst>
          </p:cNvPr>
          <p:cNvCxnSpPr>
            <a:cxnSpLocks/>
          </p:cNvCxnSpPr>
          <p:nvPr/>
        </p:nvCxnSpPr>
        <p:spPr>
          <a:xfrm>
            <a:off x="2497873" y="3119900"/>
            <a:ext cx="719625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ttangolo 53">
            <a:extLst>
              <a:ext uri="{FF2B5EF4-FFF2-40B4-BE49-F238E27FC236}">
                <a16:creationId xmlns:a16="http://schemas.microsoft.com/office/drawing/2014/main" id="{91F3107F-DEF6-824D-ABBE-C96E913BCE67}"/>
              </a:ext>
            </a:extLst>
          </p:cNvPr>
          <p:cNvSpPr/>
          <p:nvPr/>
        </p:nvSpPr>
        <p:spPr>
          <a:xfrm>
            <a:off x="1562581" y="4616072"/>
            <a:ext cx="9037773" cy="662332"/>
          </a:xfrm>
          <a:prstGeom prst="rect">
            <a:avLst/>
          </a:prstGeom>
          <a:solidFill>
            <a:srgbClr val="F185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  <a:latin typeface="Ubuntu Sans" pitchFamily="2" charset="0"/>
              </a:rPr>
              <a:t>EFFICIENT</a:t>
            </a:r>
          </a:p>
          <a:p>
            <a:pPr lvl="0" algn="ctr"/>
            <a:r>
              <a:rPr lang="en-US" sz="1500" noProof="0" dirty="0">
                <a:ea typeface="Inter"/>
                <a:cs typeface="Inter"/>
                <a:sym typeface="Inter"/>
              </a:rPr>
              <a:t>Outperform Apache Flink with lower overheads.</a:t>
            </a:r>
            <a:endParaRPr lang="en-US" sz="1500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8455F9-D5FB-17B6-439C-CD2E30B4ECE6}"/>
              </a:ext>
            </a:extLst>
          </p:cNvPr>
          <p:cNvGrpSpPr/>
          <p:nvPr/>
        </p:nvGrpSpPr>
        <p:grpSpPr>
          <a:xfrm>
            <a:off x="10105596" y="4161535"/>
            <a:ext cx="858578" cy="858578"/>
            <a:chOff x="9456008" y="659729"/>
            <a:chExt cx="1259999" cy="126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BFF697-7749-CF54-3B5B-AE1A006EF28B}"/>
                </a:ext>
              </a:extLst>
            </p:cNvPr>
            <p:cNvSpPr/>
            <p:nvPr/>
          </p:nvSpPr>
          <p:spPr>
            <a:xfrm>
              <a:off x="9456008" y="659729"/>
              <a:ext cx="1259999" cy="12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41CC4FC-DB08-8A4C-E844-74F8ECFE86AB}"/>
                </a:ext>
              </a:extLst>
            </p:cNvPr>
            <p:cNvGrpSpPr/>
            <p:nvPr/>
          </p:nvGrpSpPr>
          <p:grpSpPr>
            <a:xfrm>
              <a:off x="9485027" y="819142"/>
              <a:ext cx="1122600" cy="988167"/>
              <a:chOff x="9236551" y="382227"/>
              <a:chExt cx="2199977" cy="18515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07D3049-4199-8579-B37A-1E64177E0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>
              <a:xfrm>
                <a:off x="9766044" y="382227"/>
                <a:ext cx="1296513" cy="123958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7E788-5CC6-5CFF-8E28-D9786F152EA8}"/>
                  </a:ext>
                </a:extLst>
              </p:cNvPr>
              <p:cNvSpPr txBox="1"/>
              <p:nvPr/>
            </p:nvSpPr>
            <p:spPr>
              <a:xfrm>
                <a:off x="9236551" y="1599010"/>
                <a:ext cx="2199977" cy="634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900" noProof="0" dirty="0"/>
                  <a:t>Databrush.it</a:t>
                </a:r>
              </a:p>
            </p:txBody>
          </p:sp>
        </p:grpSp>
      </p:grpSp>
      <p:cxnSp>
        <p:nvCxnSpPr>
          <p:cNvPr id="45" name="Connettore dritto 5">
            <a:extLst>
              <a:ext uri="{FF2B5EF4-FFF2-40B4-BE49-F238E27FC236}">
                <a16:creationId xmlns:a16="http://schemas.microsoft.com/office/drawing/2014/main" id="{6A1CDB7D-9379-D302-9708-AAC59FDE0B93}"/>
              </a:ext>
            </a:extLst>
          </p:cNvPr>
          <p:cNvCxnSpPr>
            <a:cxnSpLocks/>
          </p:cNvCxnSpPr>
          <p:nvPr/>
        </p:nvCxnSpPr>
        <p:spPr>
          <a:xfrm>
            <a:off x="4831110" y="3400378"/>
            <a:ext cx="0" cy="10086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Google Shape;125;p16">
            <a:extLst>
              <a:ext uri="{FF2B5EF4-FFF2-40B4-BE49-F238E27FC236}">
                <a16:creationId xmlns:a16="http://schemas.microsoft.com/office/drawing/2014/main" id="{EC066DF1-BEE5-6CDB-FE2B-52F85C44534B}"/>
              </a:ext>
            </a:extLst>
          </p:cNvPr>
          <p:cNvSpPr txBox="1"/>
          <p:nvPr/>
        </p:nvSpPr>
        <p:spPr>
          <a:xfrm>
            <a:off x="1862197" y="3585029"/>
            <a:ext cx="30100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IMPLICIT PARALLELISM</a:t>
            </a:r>
            <a:endParaRPr lang="en-GB" dirty="0"/>
          </a:p>
        </p:txBody>
      </p:sp>
      <p:cxnSp>
        <p:nvCxnSpPr>
          <p:cNvPr id="49" name="Connettore dritto 5">
            <a:extLst>
              <a:ext uri="{FF2B5EF4-FFF2-40B4-BE49-F238E27FC236}">
                <a16:creationId xmlns:a16="http://schemas.microsoft.com/office/drawing/2014/main" id="{F43B2DFC-2319-7563-C197-DD1443E6DB04}"/>
              </a:ext>
            </a:extLst>
          </p:cNvPr>
          <p:cNvCxnSpPr>
            <a:cxnSpLocks/>
          </p:cNvCxnSpPr>
          <p:nvPr/>
        </p:nvCxnSpPr>
        <p:spPr>
          <a:xfrm>
            <a:off x="7366779" y="3429000"/>
            <a:ext cx="0" cy="9721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Google Shape;127;p16">
            <a:extLst>
              <a:ext uri="{FF2B5EF4-FFF2-40B4-BE49-F238E27FC236}">
                <a16:creationId xmlns:a16="http://schemas.microsoft.com/office/drawing/2014/main" id="{F7DE324D-B0F9-239D-6F3F-CB54A7AE0A76}"/>
              </a:ext>
            </a:extLst>
          </p:cNvPr>
          <p:cNvSpPr txBox="1"/>
          <p:nvPr/>
        </p:nvSpPr>
        <p:spPr>
          <a:xfrm>
            <a:off x="7549235" y="3585394"/>
            <a:ext cx="27805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n-US" b="1" noProof="0" dirty="0">
                <a:latin typeface="Ubuntu Sans SemiBold"/>
                <a:ea typeface="Poppins"/>
                <a:cs typeface="Poppins"/>
              </a:rPr>
              <a:t>DISTRIBUTED EXECUTION</a:t>
            </a:r>
          </a:p>
        </p:txBody>
      </p:sp>
      <p:sp>
        <p:nvSpPr>
          <p:cNvPr id="55" name="Google Shape;127;p16">
            <a:extLst>
              <a:ext uri="{FF2B5EF4-FFF2-40B4-BE49-F238E27FC236}">
                <a16:creationId xmlns:a16="http://schemas.microsoft.com/office/drawing/2014/main" id="{413E58FC-32E3-AA73-C788-7790D57CC7BB}"/>
              </a:ext>
            </a:extLst>
          </p:cNvPr>
          <p:cNvSpPr txBox="1"/>
          <p:nvPr/>
        </p:nvSpPr>
        <p:spPr>
          <a:xfrm>
            <a:off x="4831110" y="3585029"/>
            <a:ext cx="253567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b="1" dirty="0"/>
              <a:t>ULTRA-LOW </a:t>
            </a:r>
          </a:p>
          <a:p>
            <a:pPr algn="ctr"/>
            <a:r>
              <a:rPr lang="en-US" b="1" dirty="0"/>
              <a:t>LATENCY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28538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  <p:bldP spid="20" grpId="0"/>
      <p:bldP spid="31" grpId="0"/>
      <p:bldP spid="17" grpId="0"/>
      <p:bldP spid="21" grpId="0"/>
      <p:bldP spid="42" grpId="0" animBg="1"/>
      <p:bldP spid="47" grpId="0"/>
      <p:bldP spid="50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FF49-8314-6433-491F-779D6A59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BE138BDD-A04D-E773-410D-C94EEAA271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2833DBF-BB33-15E3-F036-D26AF9B394B2}"/>
              </a:ext>
            </a:extLst>
          </p:cNvPr>
          <p:cNvSpPr>
            <a:spLocks/>
          </p:cNvSpPr>
          <p:nvPr/>
        </p:nvSpPr>
        <p:spPr>
          <a:xfrm>
            <a:off x="615949" y="-682408"/>
            <a:ext cx="6331259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14BDDC-DF13-092B-3AFB-15FFB1C5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42B2F9C-122C-17EB-9802-8A8C39473553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21008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latin typeface="Ubuntu Sans Mono SemiBold" panose="020B0309030602030204" pitchFamily="49" charset="0"/>
                <a:ea typeface="+mn-ea"/>
                <a:cs typeface="+mn-cs"/>
              </a:rPr>
              <a:t>renoirPipeline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67B52B1-7390-80C3-7DAF-2966395F5639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C71D334C-08D2-6B88-92F7-EA33E07588BC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 hidden="1">
            <a:extLst>
              <a:ext uri="{FF2B5EF4-FFF2-40B4-BE49-F238E27FC236}">
                <a16:creationId xmlns:a16="http://schemas.microsoft.com/office/drawing/2014/main" id="{8CCED4EF-E9BA-3A84-AD0B-945E24A0E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C96A3EDB-CE72-8DB7-6913-D8118D2D9834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318DD1B-E394-9F0E-B11D-F637DC58FB04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System Architecture &amp; Implementation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456F9988-F2C5-302D-0ADE-CFCF9A0E4FE2}"/>
              </a:ext>
            </a:extLst>
          </p:cNvPr>
          <p:cNvSpPr/>
          <p:nvPr/>
        </p:nvSpPr>
        <p:spPr>
          <a:xfrm>
            <a:off x="912501" y="6008508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ttangolo 29">
            <a:extLst>
              <a:ext uri="{FF2B5EF4-FFF2-40B4-BE49-F238E27FC236}">
                <a16:creationId xmlns:a16="http://schemas.microsoft.com/office/drawing/2014/main" id="{AEDC8D36-BFB5-72BF-3331-5E4522FD5B3A}"/>
              </a:ext>
            </a:extLst>
          </p:cNvPr>
          <p:cNvSpPr/>
          <p:nvPr/>
        </p:nvSpPr>
        <p:spPr>
          <a:xfrm rot="7350157">
            <a:off x="702663" y="6301853"/>
            <a:ext cx="377187" cy="586690"/>
          </a:xfrm>
          <a:custGeom>
            <a:avLst/>
            <a:gdLst>
              <a:gd name="connsiteX0" fmla="*/ 0 w 377187"/>
              <a:gd name="connsiteY0" fmla="*/ 0 h 369333"/>
              <a:gd name="connsiteX1" fmla="*/ 377187 w 377187"/>
              <a:gd name="connsiteY1" fmla="*/ 0 h 369333"/>
              <a:gd name="connsiteX2" fmla="*/ 377187 w 377187"/>
              <a:gd name="connsiteY2" fmla="*/ 369333 h 369333"/>
              <a:gd name="connsiteX3" fmla="*/ 0 w 377187"/>
              <a:gd name="connsiteY3" fmla="*/ 369333 h 369333"/>
              <a:gd name="connsiteX4" fmla="*/ 0 w 377187"/>
              <a:gd name="connsiteY4" fmla="*/ 0 h 369333"/>
              <a:gd name="connsiteX0" fmla="*/ 0 w 377187"/>
              <a:gd name="connsiteY0" fmla="*/ 0 h 586690"/>
              <a:gd name="connsiteX1" fmla="*/ 377187 w 377187"/>
              <a:gd name="connsiteY1" fmla="*/ 0 h 586690"/>
              <a:gd name="connsiteX2" fmla="*/ 347207 w 377187"/>
              <a:gd name="connsiteY2" fmla="*/ 586690 h 586690"/>
              <a:gd name="connsiteX3" fmla="*/ 0 w 377187"/>
              <a:gd name="connsiteY3" fmla="*/ 369333 h 586690"/>
              <a:gd name="connsiteX4" fmla="*/ 0 w 377187"/>
              <a:gd name="connsiteY4" fmla="*/ 0 h 58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187" h="586690">
                <a:moveTo>
                  <a:pt x="0" y="0"/>
                </a:moveTo>
                <a:lnTo>
                  <a:pt x="377187" y="0"/>
                </a:lnTo>
                <a:lnTo>
                  <a:pt x="347207" y="586690"/>
                </a:lnTo>
                <a:lnTo>
                  <a:pt x="0" y="36933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0245F6C-4B3B-2194-A178-259667619F94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2</a:t>
            </a:r>
            <a:endParaRPr lang="en-US" noProof="0" dirty="0"/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97445E24-F55C-78DF-EF98-19D6D7FB6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590" y="2811176"/>
            <a:ext cx="558209" cy="55820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88D2FCF-3408-D6F3-83E9-BDDCD6116064}"/>
              </a:ext>
            </a:extLst>
          </p:cNvPr>
          <p:cNvSpPr/>
          <p:nvPr/>
        </p:nvSpPr>
        <p:spPr>
          <a:xfrm>
            <a:off x="812577" y="3026968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101600" prst="riblet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7F748D-DF5A-909B-3F78-A2E68D403B8F}"/>
              </a:ext>
            </a:extLst>
          </p:cNvPr>
          <p:cNvSpPr/>
          <p:nvPr/>
        </p:nvSpPr>
        <p:spPr>
          <a:xfrm>
            <a:off x="1053468" y="302696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C8506D-EC71-DF8C-00AD-ED3715B0DA14}"/>
              </a:ext>
            </a:extLst>
          </p:cNvPr>
          <p:cNvSpPr/>
          <p:nvPr/>
        </p:nvSpPr>
        <p:spPr>
          <a:xfrm>
            <a:off x="1294359" y="3026968"/>
            <a:ext cx="144000" cy="144000"/>
          </a:xfrm>
          <a:prstGeom prst="ellipse">
            <a:avLst/>
          </a:prstGeom>
          <a:solidFill>
            <a:srgbClr val="A87445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8" name="Graphic 17" descr="Fir tree with solid fill">
            <a:extLst>
              <a:ext uri="{FF2B5EF4-FFF2-40B4-BE49-F238E27FC236}">
                <a16:creationId xmlns:a16="http://schemas.microsoft.com/office/drawing/2014/main" id="{DE6783A8-860C-F83A-3ECC-88A0D3319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256351" y="1501235"/>
            <a:ext cx="914400" cy="914400"/>
          </a:xfrm>
          <a:prstGeom prst="rect">
            <a:avLst/>
          </a:prstGeom>
        </p:spPr>
      </p:pic>
      <p:pic>
        <p:nvPicPr>
          <p:cNvPr id="33" name="Graphic 32" descr="Fir tree with solid fill">
            <a:extLst>
              <a:ext uri="{FF2B5EF4-FFF2-40B4-BE49-F238E27FC236}">
                <a16:creationId xmlns:a16="http://schemas.microsoft.com/office/drawing/2014/main" id="{72D75169-2AAB-05C4-7AEE-21BB383A4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274609" y="2901360"/>
            <a:ext cx="914400" cy="914400"/>
          </a:xfrm>
          <a:prstGeom prst="rect">
            <a:avLst/>
          </a:prstGeom>
        </p:spPr>
      </p:pic>
      <p:pic>
        <p:nvPicPr>
          <p:cNvPr id="35" name="Graphic 34" descr="Fir tree with solid fill">
            <a:extLst>
              <a:ext uri="{FF2B5EF4-FFF2-40B4-BE49-F238E27FC236}">
                <a16:creationId xmlns:a16="http://schemas.microsoft.com/office/drawing/2014/main" id="{290CA70E-450E-CC29-779E-2EF0284B8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286292" y="4297138"/>
            <a:ext cx="914400" cy="914400"/>
          </a:xfrm>
          <a:prstGeom prst="rect">
            <a:avLst/>
          </a:prstGeom>
        </p:spPr>
      </p:pic>
      <p:pic>
        <p:nvPicPr>
          <p:cNvPr id="37" name="Graphic 36" descr="Head with gears with solid fill">
            <a:extLst>
              <a:ext uri="{FF2B5EF4-FFF2-40B4-BE49-F238E27FC236}">
                <a16:creationId xmlns:a16="http://schemas.microsoft.com/office/drawing/2014/main" id="{2A95DB28-C15B-02B1-AAB5-487E5F16A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801001" y="1248783"/>
            <a:ext cx="595028" cy="595028"/>
          </a:xfrm>
          <a:prstGeom prst="rect">
            <a:avLst/>
          </a:prstGeom>
        </p:spPr>
      </p:pic>
      <p:pic>
        <p:nvPicPr>
          <p:cNvPr id="39" name="Graphic 38" descr="Head with gears with solid fill">
            <a:extLst>
              <a:ext uri="{FF2B5EF4-FFF2-40B4-BE49-F238E27FC236}">
                <a16:creationId xmlns:a16="http://schemas.microsoft.com/office/drawing/2014/main" id="{5F8C66F3-91E8-00CF-AADE-44DC71B1F8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810039" y="2713179"/>
            <a:ext cx="595028" cy="595028"/>
          </a:xfrm>
          <a:prstGeom prst="rect">
            <a:avLst/>
          </a:prstGeom>
        </p:spPr>
      </p:pic>
      <p:pic>
        <p:nvPicPr>
          <p:cNvPr id="43" name="Graphic 42" descr="Box with solid fill">
            <a:extLst>
              <a:ext uri="{FF2B5EF4-FFF2-40B4-BE49-F238E27FC236}">
                <a16:creationId xmlns:a16="http://schemas.microsoft.com/office/drawing/2014/main" id="{D2235BF7-18D7-53DF-7F9D-CCD5CB0BD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48915" y="1511840"/>
            <a:ext cx="914400" cy="914400"/>
          </a:xfrm>
          <a:prstGeom prst="rect">
            <a:avLst/>
          </a:prstGeom>
        </p:spPr>
      </p:pic>
      <p:pic>
        <p:nvPicPr>
          <p:cNvPr id="45" name="Graphic 44" descr="Box with solid fill">
            <a:extLst>
              <a:ext uri="{FF2B5EF4-FFF2-40B4-BE49-F238E27FC236}">
                <a16:creationId xmlns:a16="http://schemas.microsoft.com/office/drawing/2014/main" id="{0E1FDB91-878E-7D24-E68C-F11690B16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69292" y="2938483"/>
            <a:ext cx="914400" cy="914400"/>
          </a:xfrm>
          <a:prstGeom prst="rect">
            <a:avLst/>
          </a:prstGeom>
        </p:spPr>
      </p:pic>
      <p:sp>
        <p:nvSpPr>
          <p:cNvPr id="49" name="Diamond 48">
            <a:extLst>
              <a:ext uri="{FF2B5EF4-FFF2-40B4-BE49-F238E27FC236}">
                <a16:creationId xmlns:a16="http://schemas.microsoft.com/office/drawing/2014/main" id="{962F7366-FF78-8F2E-E37B-42B2CD9EAF27}"/>
              </a:ext>
            </a:extLst>
          </p:cNvPr>
          <p:cNvSpPr/>
          <p:nvPr/>
        </p:nvSpPr>
        <p:spPr>
          <a:xfrm>
            <a:off x="3286544" y="1791965"/>
            <a:ext cx="180000" cy="180000"/>
          </a:xfrm>
          <a:prstGeom prst="diamond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A87445"/>
              </a:solidFill>
            </a:endParaRPr>
          </a:p>
        </p:txBody>
      </p:sp>
      <p:pic>
        <p:nvPicPr>
          <p:cNvPr id="51" name="Graphic 50" descr="Add with solid fill">
            <a:extLst>
              <a:ext uri="{FF2B5EF4-FFF2-40B4-BE49-F238E27FC236}">
                <a16:creationId xmlns:a16="http://schemas.microsoft.com/office/drawing/2014/main" id="{537A7C97-67CF-99D5-DEB2-9920ECF022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44990" y="1435797"/>
            <a:ext cx="456693" cy="456693"/>
          </a:xfrm>
          <a:prstGeom prst="rect">
            <a:avLst/>
          </a:prstGeom>
        </p:spPr>
      </p:pic>
      <p:sp>
        <p:nvSpPr>
          <p:cNvPr id="55" name="Diamond 54">
            <a:extLst>
              <a:ext uri="{FF2B5EF4-FFF2-40B4-BE49-F238E27FC236}">
                <a16:creationId xmlns:a16="http://schemas.microsoft.com/office/drawing/2014/main" id="{86E4E7B4-FEE9-8E2F-A13B-D0ADE80753A4}"/>
              </a:ext>
            </a:extLst>
          </p:cNvPr>
          <p:cNvSpPr/>
          <p:nvPr/>
        </p:nvSpPr>
        <p:spPr>
          <a:xfrm>
            <a:off x="4963314" y="1975276"/>
            <a:ext cx="252000" cy="252000"/>
          </a:xfrm>
          <a:prstGeom prst="diamond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A87445"/>
              </a:solidFill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70772CBC-7B35-8B30-838E-3217F22F846B}"/>
              </a:ext>
            </a:extLst>
          </p:cNvPr>
          <p:cNvSpPr/>
          <p:nvPr/>
        </p:nvSpPr>
        <p:spPr>
          <a:xfrm>
            <a:off x="3302795" y="3350132"/>
            <a:ext cx="180000" cy="180000"/>
          </a:xfrm>
          <a:prstGeom prst="diamond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A87445"/>
              </a:solidFill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280A1F21-81AD-035E-35EB-3F8FB2D38A95}"/>
              </a:ext>
            </a:extLst>
          </p:cNvPr>
          <p:cNvSpPr/>
          <p:nvPr/>
        </p:nvSpPr>
        <p:spPr>
          <a:xfrm>
            <a:off x="3317742" y="4673848"/>
            <a:ext cx="180000" cy="180000"/>
          </a:xfrm>
          <a:prstGeom prst="diamond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A87445"/>
              </a:solidFill>
            </a:endParaRPr>
          </a:p>
        </p:txBody>
      </p:sp>
      <p:pic>
        <p:nvPicPr>
          <p:cNvPr id="7" name="Graphic 6" descr="Head with gears with solid fill">
            <a:extLst>
              <a:ext uri="{FF2B5EF4-FFF2-40B4-BE49-F238E27FC236}">
                <a16:creationId xmlns:a16="http://schemas.microsoft.com/office/drawing/2014/main" id="{9B40101A-692B-79E4-5A83-98D902906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2840982" y="4038468"/>
            <a:ext cx="595028" cy="595028"/>
          </a:xfrm>
          <a:prstGeom prst="rect">
            <a:avLst/>
          </a:prstGeom>
        </p:spPr>
      </p:pic>
      <p:grpSp>
        <p:nvGrpSpPr>
          <p:cNvPr id="105" name="window">
            <a:extLst>
              <a:ext uri="{FF2B5EF4-FFF2-40B4-BE49-F238E27FC236}">
                <a16:creationId xmlns:a16="http://schemas.microsoft.com/office/drawing/2014/main" id="{8D65D2CC-D30C-460C-2833-972C06D4572C}"/>
              </a:ext>
            </a:extLst>
          </p:cNvPr>
          <p:cNvGrpSpPr/>
          <p:nvPr/>
        </p:nvGrpSpPr>
        <p:grpSpPr>
          <a:xfrm>
            <a:off x="7402830" y="851738"/>
            <a:ext cx="4200526" cy="3461568"/>
            <a:chOff x="7402830" y="851738"/>
            <a:chExt cx="4200526" cy="3461568"/>
          </a:xfrm>
        </p:grpSpPr>
        <p:sp>
          <p:nvSpPr>
            <p:cNvPr id="64" name="Flowchart: Process 63">
              <a:extLst>
                <a:ext uri="{FF2B5EF4-FFF2-40B4-BE49-F238E27FC236}">
                  <a16:creationId xmlns:a16="http://schemas.microsoft.com/office/drawing/2014/main" id="{E6E4C9BD-D1EE-37E1-741F-5925AA007D0F}"/>
                </a:ext>
              </a:extLst>
            </p:cNvPr>
            <p:cNvSpPr/>
            <p:nvPr/>
          </p:nvSpPr>
          <p:spPr>
            <a:xfrm>
              <a:off x="7431981" y="1039549"/>
              <a:ext cx="4144070" cy="3273757"/>
            </a:xfrm>
            <a:prstGeom prst="flowChartProcess">
              <a:avLst/>
            </a:prstGeom>
            <a:solidFill>
              <a:srgbClr val="0B203B"/>
            </a:solidFill>
            <a:ln w="57150">
              <a:solidFill>
                <a:schemeClr val="bg1">
                  <a:lumMod val="65000"/>
                </a:schemeClr>
              </a:solidFill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9" name="Flowchart: Process 68">
              <a:extLst>
                <a:ext uri="{FF2B5EF4-FFF2-40B4-BE49-F238E27FC236}">
                  <a16:creationId xmlns:a16="http://schemas.microsoft.com/office/drawing/2014/main" id="{8464DC9A-F40F-3C3B-F1AE-1451442EC5FA}"/>
                </a:ext>
              </a:extLst>
            </p:cNvPr>
            <p:cNvSpPr/>
            <p:nvPr/>
          </p:nvSpPr>
          <p:spPr>
            <a:xfrm>
              <a:off x="7402830" y="851738"/>
              <a:ext cx="4200526" cy="222682"/>
            </a:xfrm>
            <a:prstGeom prst="flowChartProcess">
              <a:avLst/>
            </a:prstGeom>
            <a:solidFill>
              <a:srgbClr val="BFBFB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CE2B734-C9EB-29FB-A646-F0DB5C948C70}"/>
                </a:ext>
              </a:extLst>
            </p:cNvPr>
            <p:cNvGrpSpPr/>
            <p:nvPr/>
          </p:nvGrpSpPr>
          <p:grpSpPr>
            <a:xfrm>
              <a:off x="7589520" y="888377"/>
              <a:ext cx="148590" cy="147850"/>
              <a:chOff x="7587615" y="851739"/>
              <a:chExt cx="148590" cy="14785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4F837506-7DE9-3A8E-6E66-B7F67F6355A2}"/>
                  </a:ext>
                </a:extLst>
              </p:cNvPr>
              <p:cNvSpPr/>
              <p:nvPr/>
            </p:nvSpPr>
            <p:spPr>
              <a:xfrm>
                <a:off x="7587615" y="851739"/>
                <a:ext cx="148590" cy="1478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76" name="Graphic 75" descr="Close with solid fill">
                <a:extLst>
                  <a:ext uri="{FF2B5EF4-FFF2-40B4-BE49-F238E27FC236}">
                    <a16:creationId xmlns:a16="http://schemas.microsoft.com/office/drawing/2014/main" id="{0DC01701-688C-3D21-FE20-1F2A27B6DC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612453" y="876207"/>
                <a:ext cx="98914" cy="98914"/>
              </a:xfrm>
              <a:prstGeom prst="rect">
                <a:avLst/>
              </a:prstGeom>
            </p:spPr>
          </p:pic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98F366B-ABCF-9010-31B7-42B596DCA837}"/>
                </a:ext>
              </a:extLst>
            </p:cNvPr>
            <p:cNvGrpSpPr/>
            <p:nvPr/>
          </p:nvGrpSpPr>
          <p:grpSpPr>
            <a:xfrm>
              <a:off x="7966710" y="888377"/>
              <a:ext cx="148590" cy="147850"/>
              <a:chOff x="7964805" y="851739"/>
              <a:chExt cx="148590" cy="147850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3005F2D-7272-C1B2-29C6-3E3F99BA7872}"/>
                  </a:ext>
                </a:extLst>
              </p:cNvPr>
              <p:cNvSpPr/>
              <p:nvPr/>
            </p:nvSpPr>
            <p:spPr>
              <a:xfrm>
                <a:off x="7964805" y="851739"/>
                <a:ext cx="148590" cy="14785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79" name="Flowchart: Process 78">
                <a:extLst>
                  <a:ext uri="{FF2B5EF4-FFF2-40B4-BE49-F238E27FC236}">
                    <a16:creationId xmlns:a16="http://schemas.microsoft.com/office/drawing/2014/main" id="{3CC53E90-2D61-AC2F-84D3-A69811C13625}"/>
                  </a:ext>
                </a:extLst>
              </p:cNvPr>
              <p:cNvSpPr/>
              <p:nvPr/>
            </p:nvSpPr>
            <p:spPr>
              <a:xfrm>
                <a:off x="8001000" y="887683"/>
                <a:ext cx="76200" cy="75961"/>
              </a:xfrm>
              <a:prstGeom prst="flowChartProcess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19A2281-6C89-A4B5-1240-73C3E40D2A9E}"/>
                </a:ext>
              </a:extLst>
            </p:cNvPr>
            <p:cNvGrpSpPr/>
            <p:nvPr/>
          </p:nvGrpSpPr>
          <p:grpSpPr>
            <a:xfrm>
              <a:off x="7778115" y="888377"/>
              <a:ext cx="148590" cy="147850"/>
              <a:chOff x="7776210" y="851739"/>
              <a:chExt cx="148590" cy="147850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305A0E4B-3795-FAEE-3836-1286AF8E09F2}"/>
                  </a:ext>
                </a:extLst>
              </p:cNvPr>
              <p:cNvSpPr/>
              <p:nvPr/>
            </p:nvSpPr>
            <p:spPr>
              <a:xfrm>
                <a:off x="7776210" y="851739"/>
                <a:ext cx="148590" cy="147850"/>
              </a:xfrm>
              <a:prstGeom prst="ellipse">
                <a:avLst/>
              </a:prstGeom>
              <a:solidFill>
                <a:srgbClr val="F6C846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81" name="Minus Sign 80">
                <a:extLst>
                  <a:ext uri="{FF2B5EF4-FFF2-40B4-BE49-F238E27FC236}">
                    <a16:creationId xmlns:a16="http://schemas.microsoft.com/office/drawing/2014/main" id="{680C237A-49DD-58BE-BB22-A632CB905CF0}"/>
                  </a:ext>
                </a:extLst>
              </p:cNvPr>
              <p:cNvSpPr/>
              <p:nvPr/>
            </p:nvSpPr>
            <p:spPr>
              <a:xfrm>
                <a:off x="7812405" y="929402"/>
                <a:ext cx="76200" cy="45719"/>
              </a:xfrm>
              <a:prstGeom prst="mathMinus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grpSp>
        <p:nvGrpSpPr>
          <p:cNvPr id="98" name="csv">
            <a:extLst>
              <a:ext uri="{FF2B5EF4-FFF2-40B4-BE49-F238E27FC236}">
                <a16:creationId xmlns:a16="http://schemas.microsoft.com/office/drawing/2014/main" id="{3CE34647-5366-2843-9B93-8FEE1DC43493}"/>
              </a:ext>
            </a:extLst>
          </p:cNvPr>
          <p:cNvGrpSpPr/>
          <p:nvPr/>
        </p:nvGrpSpPr>
        <p:grpSpPr>
          <a:xfrm>
            <a:off x="5742729" y="2690148"/>
            <a:ext cx="709656" cy="709656"/>
            <a:chOff x="4784485" y="2552787"/>
            <a:chExt cx="709656" cy="709656"/>
          </a:xfrm>
        </p:grpSpPr>
        <p:pic>
          <p:nvPicPr>
            <p:cNvPr id="59" name="Graphic 58" descr="Paper with solid fill">
              <a:extLst>
                <a:ext uri="{FF2B5EF4-FFF2-40B4-BE49-F238E27FC236}">
                  <a16:creationId xmlns:a16="http://schemas.microsoft.com/office/drawing/2014/main" id="{87BF17C3-852E-774F-80F9-13178D0775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84485" y="2552787"/>
              <a:ext cx="709656" cy="709656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5732916-39D0-FEC0-C199-9BC9C19C4BB1}"/>
                </a:ext>
              </a:extLst>
            </p:cNvPr>
            <p:cNvSpPr txBox="1"/>
            <p:nvPr/>
          </p:nvSpPr>
          <p:spPr>
            <a:xfrm>
              <a:off x="4876479" y="2774968"/>
              <a:ext cx="519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chemeClr val="accent1"/>
                  </a:solidFill>
                </a:rPr>
                <a:t>.csv</a:t>
              </a:r>
            </a:p>
          </p:txBody>
        </p:sp>
      </p:grpSp>
      <p:pic>
        <p:nvPicPr>
          <p:cNvPr id="93" name="Graphic 92" descr="Box with solid fill">
            <a:extLst>
              <a:ext uri="{FF2B5EF4-FFF2-40B4-BE49-F238E27FC236}">
                <a16:creationId xmlns:a16="http://schemas.microsoft.com/office/drawing/2014/main" id="{4222F287-4D00-F77F-AB37-8FFD9AEE0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78366" y="4365126"/>
            <a:ext cx="914400" cy="9144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014DCB3-F2DC-E3C3-630F-722A34E82B81}"/>
              </a:ext>
            </a:extLst>
          </p:cNvPr>
          <p:cNvSpPr/>
          <p:nvPr/>
        </p:nvSpPr>
        <p:spPr>
          <a:xfrm>
            <a:off x="1671545" y="2786077"/>
            <a:ext cx="144000" cy="144000"/>
          </a:xfrm>
          <a:prstGeom prst="rect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soft" dir="t"/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8F0D04-99BB-91A6-2647-A42B691150BB}"/>
              </a:ext>
            </a:extLst>
          </p:cNvPr>
          <p:cNvSpPr/>
          <p:nvPr/>
        </p:nvSpPr>
        <p:spPr>
          <a:xfrm>
            <a:off x="1671545" y="3026968"/>
            <a:ext cx="144000" cy="144000"/>
          </a:xfrm>
          <a:prstGeom prst="rect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soft" dir="t"/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84802B-B30D-4C58-39D0-5F027AA5AD72}"/>
              </a:ext>
            </a:extLst>
          </p:cNvPr>
          <p:cNvSpPr/>
          <p:nvPr/>
        </p:nvSpPr>
        <p:spPr>
          <a:xfrm>
            <a:off x="1671545" y="3267859"/>
            <a:ext cx="144000" cy="144000"/>
          </a:xfrm>
          <a:prstGeom prst="rect">
            <a:avLst/>
          </a:prstGeom>
          <a:solidFill>
            <a:srgbClr val="A8744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soft" dir="t"/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0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4ABE3-386D-DF45-DEDB-BD2BE1BEDD00}"/>
              </a:ext>
            </a:extLst>
          </p:cNvPr>
          <p:cNvSpPr txBox="1"/>
          <p:nvPr/>
        </p:nvSpPr>
        <p:spPr>
          <a:xfrm>
            <a:off x="7639886" y="1160354"/>
            <a:ext cx="38350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stream_iter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(data)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flat_map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(instance)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group_by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</a:t>
            </a:r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tree_id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) 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rich_map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() 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drop_key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() 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group_by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</a:t>
            </a:r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instance_id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)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rich_map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()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filter_map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() 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drop_key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() 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repartition_by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(One) </a:t>
            </a:r>
          </a:p>
          <a:p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map() </a:t>
            </a:r>
          </a:p>
          <a:p>
            <a:r>
              <a:rPr lang="en-US" sz="1600" noProof="0" dirty="0" err="1">
                <a:solidFill>
                  <a:schemeClr val="bg1"/>
                </a:solidFill>
                <a:latin typeface="Ubuntu Sans Mono SemiBold" panose="020B0309030602030204"/>
              </a:rPr>
              <a:t>write_csv</a:t>
            </a:r>
            <a:r>
              <a:rPr lang="en-US" sz="1600" noProof="0" dirty="0">
                <a:solidFill>
                  <a:schemeClr val="bg1"/>
                </a:solidFill>
                <a:latin typeface="Ubuntu Sans Mono SemiBold" panose="020B0309030602030204"/>
              </a:rPr>
              <a:t>()</a:t>
            </a:r>
          </a:p>
        </p:txBody>
      </p:sp>
      <p:sp>
        <p:nvSpPr>
          <p:cNvPr id="181" name="velina">
            <a:extLst>
              <a:ext uri="{FF2B5EF4-FFF2-40B4-BE49-F238E27FC236}">
                <a16:creationId xmlns:a16="http://schemas.microsoft.com/office/drawing/2014/main" id="{995823DF-AA75-D8CB-D551-86758606CEDA}"/>
              </a:ext>
            </a:extLst>
          </p:cNvPr>
          <p:cNvSpPr/>
          <p:nvPr/>
        </p:nvSpPr>
        <p:spPr>
          <a:xfrm>
            <a:off x="588644" y="-439838"/>
            <a:ext cx="6358564" cy="6370708"/>
          </a:xfrm>
          <a:prstGeom prst="rect">
            <a:avLst/>
          </a:prstGeom>
          <a:solidFill>
            <a:schemeClr val="tx1">
              <a:alpha val="857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72" name="fisico alberi">
            <a:extLst>
              <a:ext uri="{FF2B5EF4-FFF2-40B4-BE49-F238E27FC236}">
                <a16:creationId xmlns:a16="http://schemas.microsoft.com/office/drawing/2014/main" id="{CEF476A4-1389-99CD-F04C-709B484687DC}"/>
              </a:ext>
            </a:extLst>
          </p:cNvPr>
          <p:cNvGrpSpPr/>
          <p:nvPr/>
        </p:nvGrpSpPr>
        <p:grpSpPr>
          <a:xfrm>
            <a:off x="1521908" y="1296302"/>
            <a:ext cx="4532750" cy="3820307"/>
            <a:chOff x="7289703" y="658359"/>
            <a:chExt cx="4532750" cy="3820307"/>
          </a:xfrm>
        </p:grpSpPr>
        <p:sp>
          <p:nvSpPr>
            <p:cNvPr id="159" name="popup base">
              <a:extLst>
                <a:ext uri="{FF2B5EF4-FFF2-40B4-BE49-F238E27FC236}">
                  <a16:creationId xmlns:a16="http://schemas.microsoft.com/office/drawing/2014/main" id="{EA951665-F064-1AF6-EABE-A2029A8B6055}"/>
                </a:ext>
              </a:extLst>
            </p:cNvPr>
            <p:cNvSpPr/>
            <p:nvPr/>
          </p:nvSpPr>
          <p:spPr>
            <a:xfrm>
              <a:off x="7289703" y="658359"/>
              <a:ext cx="4532750" cy="3820307"/>
            </a:xfrm>
            <a:prstGeom prst="roundRect">
              <a:avLst>
                <a:gd name="adj" fmla="val 507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60" name="Graphic 159" descr="Computer with solid fill">
              <a:extLst>
                <a:ext uri="{FF2B5EF4-FFF2-40B4-BE49-F238E27FC236}">
                  <a16:creationId xmlns:a16="http://schemas.microsoft.com/office/drawing/2014/main" id="{7B96C9BD-F47F-0FC8-F986-8393033AD5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758076" y="1229510"/>
              <a:ext cx="1353225" cy="1353225"/>
            </a:xfrm>
            <a:prstGeom prst="rect">
              <a:avLst/>
            </a:prstGeom>
          </p:spPr>
        </p:pic>
        <p:sp>
          <p:nvSpPr>
            <p:cNvPr id="161" name="bagging title">
              <a:extLst>
                <a:ext uri="{FF2B5EF4-FFF2-40B4-BE49-F238E27FC236}">
                  <a16:creationId xmlns:a16="http://schemas.microsoft.com/office/drawing/2014/main" id="{B7567AEC-E7D0-52E8-70C1-05EEC1D14D34}"/>
                </a:ext>
              </a:extLst>
            </p:cNvPr>
            <p:cNvSpPr txBox="1"/>
            <p:nvPr/>
          </p:nvSpPr>
          <p:spPr>
            <a:xfrm>
              <a:off x="7476135" y="688839"/>
              <a:ext cx="4200526" cy="500723"/>
            </a:xfrm>
            <a:prstGeom prst="roundRect">
              <a:avLst>
                <a:gd name="adj" fmla="val 21049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b="1" dirty="0">
                  <a:solidFill>
                    <a:srgbClr val="82B2F8"/>
                  </a:solidFill>
                  <a:latin typeface="Ubuntu Sans SemiBold" pitchFamily="2" charset="0"/>
                </a:rPr>
                <a:t>PHYSICAL dataflow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252E79D-BF20-67C1-ECC6-5071C9EEF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5084" y="2382265"/>
              <a:ext cx="424799" cy="54711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A7010B8-FB14-8DC7-CBF4-CB3E63D1C6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22263" y="2380022"/>
              <a:ext cx="565891" cy="58056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6" name="Graphic 165" descr="Computer with solid fill">
              <a:extLst>
                <a:ext uri="{FF2B5EF4-FFF2-40B4-BE49-F238E27FC236}">
                  <a16:creationId xmlns:a16="http://schemas.microsoft.com/office/drawing/2014/main" id="{048EACD9-A0B3-633E-658F-7248BE45E4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617350" y="1225312"/>
              <a:ext cx="1353225" cy="1353225"/>
            </a:xfrm>
            <a:prstGeom prst="rect">
              <a:avLst/>
            </a:prstGeom>
          </p:spPr>
        </p:pic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31B0516D-E821-51DD-3643-E79DD6275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88269" y="2415453"/>
              <a:ext cx="14723" cy="56868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9" name="Graphic 168" descr="Fir tree with solid fill">
              <a:extLst>
                <a:ext uri="{FF2B5EF4-FFF2-40B4-BE49-F238E27FC236}">
                  <a16:creationId xmlns:a16="http://schemas.microsoft.com/office/drawing/2014/main" id="{B94857B6-7ABB-22E7-7296-BB6724C62D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639886" y="3064865"/>
              <a:ext cx="914400" cy="914400"/>
            </a:xfrm>
            <a:prstGeom prst="rect">
              <a:avLst/>
            </a:prstGeom>
          </p:spPr>
        </p:pic>
        <p:pic>
          <p:nvPicPr>
            <p:cNvPr id="170" name="Graphic 169" descr="Fir tree with solid fill">
              <a:extLst>
                <a:ext uri="{FF2B5EF4-FFF2-40B4-BE49-F238E27FC236}">
                  <a16:creationId xmlns:a16="http://schemas.microsoft.com/office/drawing/2014/main" id="{8DBD4958-07C5-A56B-D59E-D180EAE254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186333" y="3064865"/>
              <a:ext cx="914400" cy="914400"/>
            </a:xfrm>
            <a:prstGeom prst="rect">
              <a:avLst/>
            </a:prstGeom>
          </p:spPr>
        </p:pic>
        <p:pic>
          <p:nvPicPr>
            <p:cNvPr id="171" name="Graphic 170" descr="Fir tree with solid fill">
              <a:extLst>
                <a:ext uri="{FF2B5EF4-FFF2-40B4-BE49-F238E27FC236}">
                  <a16:creationId xmlns:a16="http://schemas.microsoft.com/office/drawing/2014/main" id="{1CE41358-FECE-414D-18E1-CD1A3A3F9D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0486962" y="3064865"/>
              <a:ext cx="914400" cy="914400"/>
            </a:xfrm>
            <a:prstGeom prst="rect">
              <a:avLst/>
            </a:prstGeom>
          </p:spPr>
        </p:pic>
      </p:grpSp>
      <p:grpSp>
        <p:nvGrpSpPr>
          <p:cNvPr id="157" name="fisico aggregatori">
            <a:extLst>
              <a:ext uri="{FF2B5EF4-FFF2-40B4-BE49-F238E27FC236}">
                <a16:creationId xmlns:a16="http://schemas.microsoft.com/office/drawing/2014/main" id="{E67B01A0-FB29-E9C3-7B8A-12D05D6B9C92}"/>
              </a:ext>
            </a:extLst>
          </p:cNvPr>
          <p:cNvGrpSpPr/>
          <p:nvPr/>
        </p:nvGrpSpPr>
        <p:grpSpPr>
          <a:xfrm>
            <a:off x="1520882" y="1296303"/>
            <a:ext cx="4533776" cy="3820307"/>
            <a:chOff x="7288677" y="652954"/>
            <a:chExt cx="4533776" cy="3820307"/>
          </a:xfrm>
        </p:grpSpPr>
        <p:sp>
          <p:nvSpPr>
            <p:cNvPr id="132" name="popup base">
              <a:extLst>
                <a:ext uri="{FF2B5EF4-FFF2-40B4-BE49-F238E27FC236}">
                  <a16:creationId xmlns:a16="http://schemas.microsoft.com/office/drawing/2014/main" id="{A700CFDB-0485-2609-B9AC-2B5C514861DF}"/>
                </a:ext>
              </a:extLst>
            </p:cNvPr>
            <p:cNvSpPr/>
            <p:nvPr/>
          </p:nvSpPr>
          <p:spPr>
            <a:xfrm>
              <a:off x="7289703" y="652954"/>
              <a:ext cx="4532750" cy="3820307"/>
            </a:xfrm>
            <a:prstGeom prst="roundRect">
              <a:avLst>
                <a:gd name="adj" fmla="val 507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33" name="Graphic 132" descr="Computer with solid fill">
              <a:extLst>
                <a:ext uri="{FF2B5EF4-FFF2-40B4-BE49-F238E27FC236}">
                  <a16:creationId xmlns:a16="http://schemas.microsoft.com/office/drawing/2014/main" id="{32C8FA51-E037-E30C-A896-E262785682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64684" y="1224105"/>
              <a:ext cx="1353225" cy="1353225"/>
            </a:xfrm>
            <a:prstGeom prst="rect">
              <a:avLst/>
            </a:prstGeom>
          </p:spPr>
        </p:pic>
        <p:sp>
          <p:nvSpPr>
            <p:cNvPr id="134" name="bagging title">
              <a:extLst>
                <a:ext uri="{FF2B5EF4-FFF2-40B4-BE49-F238E27FC236}">
                  <a16:creationId xmlns:a16="http://schemas.microsoft.com/office/drawing/2014/main" id="{8BB9C88B-6D43-27E1-3B95-463F46826303}"/>
                </a:ext>
              </a:extLst>
            </p:cNvPr>
            <p:cNvSpPr txBox="1"/>
            <p:nvPr/>
          </p:nvSpPr>
          <p:spPr>
            <a:xfrm>
              <a:off x="7476135" y="683434"/>
              <a:ext cx="4200526" cy="500723"/>
            </a:xfrm>
            <a:prstGeom prst="roundRect">
              <a:avLst>
                <a:gd name="adj" fmla="val 21049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2000" b="1" noProof="0" dirty="0">
                  <a:solidFill>
                    <a:srgbClr val="82B2F8"/>
                  </a:solidFill>
                  <a:latin typeface="Ubuntu Sans SemiBold" pitchFamily="2" charset="0"/>
                </a:rPr>
                <a:t>PHYSICAL dataflow</a:t>
              </a:r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30721F1-38E4-5F21-1A98-56B352F65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2410" y="2397679"/>
              <a:ext cx="272472" cy="54890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17B679C-2203-DCEB-A4F1-ADB07DCB61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7377" y="2378771"/>
              <a:ext cx="581626" cy="57598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1" name="Graphic 140" descr="Box with solid fill">
              <a:extLst>
                <a:ext uri="{FF2B5EF4-FFF2-40B4-BE49-F238E27FC236}">
                  <a16:creationId xmlns:a16="http://schemas.microsoft.com/office/drawing/2014/main" id="{EE667596-EF73-F7BD-CC65-9338EA0C03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88677" y="2953452"/>
              <a:ext cx="914400" cy="914400"/>
            </a:xfrm>
            <a:prstGeom prst="rect">
              <a:avLst/>
            </a:prstGeom>
          </p:spPr>
        </p:pic>
        <p:pic>
          <p:nvPicPr>
            <p:cNvPr id="145" name="Graphic 144" descr="Box with solid fill">
              <a:extLst>
                <a:ext uri="{FF2B5EF4-FFF2-40B4-BE49-F238E27FC236}">
                  <a16:creationId xmlns:a16="http://schemas.microsoft.com/office/drawing/2014/main" id="{F5C75FDC-AEC8-A7D2-F5BA-8F5377B69F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29514" y="2953452"/>
              <a:ext cx="914400" cy="914400"/>
            </a:xfrm>
            <a:prstGeom prst="rect">
              <a:avLst/>
            </a:prstGeom>
          </p:spPr>
        </p:pic>
        <p:pic>
          <p:nvPicPr>
            <p:cNvPr id="150" name="Graphic 149" descr="Computer with solid fill">
              <a:extLst>
                <a:ext uri="{FF2B5EF4-FFF2-40B4-BE49-F238E27FC236}">
                  <a16:creationId xmlns:a16="http://schemas.microsoft.com/office/drawing/2014/main" id="{9F3824B9-14F5-2730-54DB-29131CB77E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950302" y="1224105"/>
              <a:ext cx="1353225" cy="1353225"/>
            </a:xfrm>
            <a:prstGeom prst="rect">
              <a:avLst/>
            </a:prstGeom>
          </p:spPr>
        </p:pic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4C76191-2618-B0D3-770E-30A56A3373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76307" y="2399858"/>
              <a:ext cx="71397" cy="58307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5" name="Graphic 154" descr="Box with solid fill">
              <a:extLst>
                <a:ext uri="{FF2B5EF4-FFF2-40B4-BE49-F238E27FC236}">
                  <a16:creationId xmlns:a16="http://schemas.microsoft.com/office/drawing/2014/main" id="{C39C4185-28CD-BF4B-7739-9176443488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093135" y="295345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0366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1.85185E-6 L 0.01979 -0.0002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-2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85185E-6 L 0.01979 -0.00023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-2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85185E-6 L 0.03086 -1.85185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6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33333E-6 L 0.07917 -0.12315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-6157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1.85185E-6 L 0.0806 0.04329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9" y="2153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44444E-6 L 0.08164 0.21388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6" y="1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7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7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4" dur="7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0.075 0.01944 " pathEditMode="relative" rAng="0" ptsTypes="AA">
                                      <p:cBhvr>
                                        <p:cTn id="15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972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3.7037E-7 L 0.07942 -0.18472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-9236"/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4.07407E-6 L 0.09166 -0.37778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-18889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7" dur="7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7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9" dur="7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0 L 0.07956 0.12106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6042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3" grpId="2" animBg="1"/>
      <p:bldP spid="49" grpId="0" animBg="1"/>
      <p:bldP spid="49" grpId="1" animBg="1"/>
      <p:bldP spid="49" grpId="2" animBg="1"/>
      <p:bldP spid="55" grpId="0" animBg="1"/>
      <p:bldP spid="55" grpId="1" animBg="1"/>
      <p:bldP spid="55" grpId="2" animBg="1"/>
      <p:bldP spid="61" grpId="0" animBg="1"/>
      <p:bldP spid="61" grpId="1" animBg="1"/>
      <p:bldP spid="61" grpId="2" animBg="1"/>
      <p:bldP spid="5" grpId="0" animBg="1"/>
      <p:bldP spid="5" grpId="1" animBg="1"/>
      <p:bldP spid="5" grpId="2" animBg="1"/>
      <p:bldP spid="27" grpId="0" animBg="1"/>
      <p:bldP spid="27" grpId="1" animBg="1"/>
      <p:bldP spid="27" grpId="2" animBg="1"/>
      <p:bldP spid="29" grpId="0" animBg="1"/>
      <p:bldP spid="29" grpId="1" animBg="1"/>
      <p:bldP spid="29" grpId="2" animBg="1"/>
      <p:bldP spid="31" grpId="0" animBg="1"/>
      <p:bldP spid="31" grpId="1" animBg="1"/>
      <p:bldP spid="31" grpId="2" animBg="1"/>
      <p:bldP spid="181" grpId="0" animBg="1"/>
      <p:bldP spid="181" grpId="1" animBg="1"/>
      <p:bldP spid="181" grpId="2" animBg="1"/>
      <p:bldP spid="181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B1EF-3C03-CAFB-20BA-7C30E06E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951359D0-EDDF-F54F-923F-F6390E79DF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42D4D14-7918-0CE4-5164-08D8EA5882CF}"/>
              </a:ext>
            </a:extLst>
          </p:cNvPr>
          <p:cNvSpPr>
            <a:spLocks/>
          </p:cNvSpPr>
          <p:nvPr/>
        </p:nvSpPr>
        <p:spPr>
          <a:xfrm>
            <a:off x="615949" y="1879571"/>
            <a:ext cx="10978643" cy="333209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9FE23A-B7C7-FBD9-1F26-6DE532DD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B4D4035-5B3D-8549-7D28-973BB29930D1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21008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experimentalSetup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4C033A7-941D-5A35-D098-3462729D6BF1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E62D5E2-0AF4-CAE2-1B69-92BB7BE80360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D2FC3863-F985-CA1B-FE60-0B229CC2E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9B0AD241-3175-5E39-32D5-9578D5B32DCD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46AAC95-5B87-92EE-1CCB-0C802EEB3945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Experimental Evaluation and Results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4FE362B-90EA-8DDD-ED53-3DC866CA4646}"/>
              </a:ext>
            </a:extLst>
          </p:cNvPr>
          <p:cNvSpPr/>
          <p:nvPr/>
        </p:nvSpPr>
        <p:spPr>
          <a:xfrm>
            <a:off x="912500" y="6021391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178C86E-7D37-3A3F-C89A-86B66A119162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pic>
        <p:nvPicPr>
          <p:cNvPr id="5" name="Graphic 4" descr="Computer with solid fill">
            <a:extLst>
              <a:ext uri="{FF2B5EF4-FFF2-40B4-BE49-F238E27FC236}">
                <a16:creationId xmlns:a16="http://schemas.microsoft.com/office/drawing/2014/main" id="{B6C1A6A1-CDF6-6228-3923-72633961E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62094" y="2186992"/>
            <a:ext cx="1080000" cy="1080000"/>
          </a:xfrm>
          <a:prstGeom prst="rect">
            <a:avLst/>
          </a:prstGeom>
        </p:spPr>
      </p:pic>
      <p:pic>
        <p:nvPicPr>
          <p:cNvPr id="10" name="Graphic 9" descr="Database with solid fill">
            <a:extLst>
              <a:ext uri="{FF2B5EF4-FFF2-40B4-BE49-F238E27FC236}">
                <a16:creationId xmlns:a16="http://schemas.microsoft.com/office/drawing/2014/main" id="{F9E81ADD-5665-098A-319F-48BE47942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64313" y="2220226"/>
            <a:ext cx="900000" cy="900000"/>
          </a:xfrm>
          <a:prstGeom prst="rect">
            <a:avLst/>
          </a:prstGeom>
        </p:spPr>
      </p:pic>
      <p:pic>
        <p:nvPicPr>
          <p:cNvPr id="13" name="Graphic 12" descr="Gauge with solid fill">
            <a:extLst>
              <a:ext uri="{FF2B5EF4-FFF2-40B4-BE49-F238E27FC236}">
                <a16:creationId xmlns:a16="http://schemas.microsoft.com/office/drawing/2014/main" id="{A1F9AD20-6964-4DBF-6E3A-73567A40D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790633" y="2211615"/>
            <a:ext cx="900000" cy="90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848671-741C-58BE-4000-84BD8AFB20F1}"/>
              </a:ext>
            </a:extLst>
          </p:cNvPr>
          <p:cNvSpPr txBox="1"/>
          <p:nvPr/>
        </p:nvSpPr>
        <p:spPr>
          <a:xfrm>
            <a:off x="840958" y="3922140"/>
            <a:ext cx="2322273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lang="en-US" sz="1600" noProof="0" dirty="0">
                <a:latin typeface="Ubuntu Sans"/>
              </a:rPr>
              <a:t>AMD Ryzen 9 9950X</a:t>
            </a:r>
          </a:p>
          <a:p>
            <a:pPr algn="ctr"/>
            <a:r>
              <a:rPr lang="en-US" sz="1600" noProof="0" dirty="0">
                <a:latin typeface="Ubuntu Sans"/>
              </a:rPr>
              <a:t>16 cores, 32 threads</a:t>
            </a:r>
          </a:p>
          <a:p>
            <a:pPr algn="ctr"/>
            <a:r>
              <a:rPr lang="en-US" sz="1600" noProof="0" dirty="0">
                <a:latin typeface="Ubuntu Sans"/>
              </a:rPr>
              <a:t>64 GB di RAM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912403-AED2-CF23-E74E-05F580D406FA}"/>
              </a:ext>
            </a:extLst>
          </p:cNvPr>
          <p:cNvSpPr txBox="1"/>
          <p:nvPr/>
        </p:nvSpPr>
        <p:spPr>
          <a:xfrm>
            <a:off x="3442464" y="3891363"/>
            <a:ext cx="2543698" cy="861774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lang="en-US" sz="1600" noProof="0" dirty="0">
                <a:latin typeface="Ubuntu Sans"/>
              </a:rPr>
              <a:t>7 real (3k–5M </a:t>
            </a:r>
            <a:r>
              <a:rPr lang="en-US" sz="1600" noProof="0" dirty="0" err="1">
                <a:latin typeface="Ubuntu Sans"/>
              </a:rPr>
              <a:t>istanze</a:t>
            </a:r>
            <a:r>
              <a:rPr lang="en-US" sz="1600" noProof="0" dirty="0">
                <a:latin typeface="Ubuntu Sans"/>
              </a:rPr>
              <a:t>)</a:t>
            </a:r>
          </a:p>
          <a:p>
            <a:pPr algn="ctr"/>
            <a:r>
              <a:rPr lang="en-US" sz="1600" noProof="0" dirty="0">
                <a:latin typeface="Ubuntu Sans"/>
              </a:rPr>
              <a:t>6 synthetic (1M) </a:t>
            </a:r>
          </a:p>
          <a:p>
            <a:pPr algn="ctr"/>
            <a:r>
              <a:rPr lang="en-US" sz="1600" noProof="0" dirty="0">
                <a:latin typeface="Ubuntu Sans"/>
              </a:rPr>
              <a:t>7 to 40k 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48150D-AA9A-0284-A3E0-B91071673A0B}"/>
              </a:ext>
            </a:extLst>
          </p:cNvPr>
          <p:cNvSpPr txBox="1"/>
          <p:nvPr/>
        </p:nvSpPr>
        <p:spPr>
          <a:xfrm>
            <a:off x="9340977" y="3922140"/>
            <a:ext cx="1799313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lang="en-US" sz="1600" noProof="0" dirty="0">
                <a:latin typeface="Ubuntu Sans"/>
              </a:rPr>
              <a:t>Accuracy</a:t>
            </a:r>
          </a:p>
          <a:p>
            <a:pPr algn="ctr"/>
            <a:r>
              <a:rPr lang="en-US" sz="1600" noProof="0" dirty="0">
                <a:latin typeface="Ubuntu Sans"/>
              </a:rPr>
              <a:t>Throughput </a:t>
            </a:r>
          </a:p>
          <a:p>
            <a:pPr algn="ctr"/>
            <a:r>
              <a:rPr lang="en-US" sz="1600" noProof="0" dirty="0">
                <a:latin typeface="Ubuntu Sans"/>
              </a:rPr>
              <a:t>Efficiency</a:t>
            </a:r>
          </a:p>
        </p:txBody>
      </p:sp>
      <p:sp>
        <p:nvSpPr>
          <p:cNvPr id="29" name="bagging title">
            <a:extLst>
              <a:ext uri="{FF2B5EF4-FFF2-40B4-BE49-F238E27FC236}">
                <a16:creationId xmlns:a16="http://schemas.microsoft.com/office/drawing/2014/main" id="{07535869-D341-F676-534F-A7A2B0F8ECEF}"/>
              </a:ext>
            </a:extLst>
          </p:cNvPr>
          <p:cNvSpPr txBox="1"/>
          <p:nvPr/>
        </p:nvSpPr>
        <p:spPr>
          <a:xfrm>
            <a:off x="1150999" y="3393517"/>
            <a:ext cx="1702190" cy="340545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Ubuntu Sans SemiBold" pitchFamily="2" charset="0"/>
              </a:rPr>
              <a:t>HARDWARE</a:t>
            </a:r>
            <a:endParaRPr lang="en-US" sz="2400" b="1" noProof="0" dirty="0">
              <a:solidFill>
                <a:schemeClr val="tx1">
                  <a:lumMod val="75000"/>
                  <a:lumOff val="25000"/>
                </a:schemeClr>
              </a:solidFill>
              <a:latin typeface="Ubuntu Sans SemiBold" pitchFamily="2" charset="0"/>
            </a:endParaRPr>
          </a:p>
        </p:txBody>
      </p:sp>
      <p:sp>
        <p:nvSpPr>
          <p:cNvPr id="33" name="bagging title">
            <a:extLst>
              <a:ext uri="{FF2B5EF4-FFF2-40B4-BE49-F238E27FC236}">
                <a16:creationId xmlns:a16="http://schemas.microsoft.com/office/drawing/2014/main" id="{B95DEC61-C1E9-BA1E-A706-82D33CCEF41F}"/>
              </a:ext>
            </a:extLst>
          </p:cNvPr>
          <p:cNvSpPr txBox="1"/>
          <p:nvPr/>
        </p:nvSpPr>
        <p:spPr>
          <a:xfrm>
            <a:off x="3863218" y="3313428"/>
            <a:ext cx="1702190" cy="500723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Ubuntu Sans SemiBold" pitchFamily="2" charset="0"/>
              </a:rPr>
              <a:t>DATASETS</a:t>
            </a:r>
          </a:p>
        </p:txBody>
      </p:sp>
      <p:sp>
        <p:nvSpPr>
          <p:cNvPr id="35" name="bagging title">
            <a:extLst>
              <a:ext uri="{FF2B5EF4-FFF2-40B4-BE49-F238E27FC236}">
                <a16:creationId xmlns:a16="http://schemas.microsoft.com/office/drawing/2014/main" id="{5F236A06-72D8-CA55-F0D2-B5206FEA7E41}"/>
              </a:ext>
            </a:extLst>
          </p:cNvPr>
          <p:cNvSpPr txBox="1"/>
          <p:nvPr/>
        </p:nvSpPr>
        <p:spPr>
          <a:xfrm>
            <a:off x="9258502" y="3313428"/>
            <a:ext cx="1964261" cy="500723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Ubuntu Sans SemiBold" pitchFamily="2" charset="0"/>
              </a:rPr>
              <a:t>EVALUATION</a:t>
            </a:r>
          </a:p>
        </p:txBody>
      </p:sp>
      <p:cxnSp>
        <p:nvCxnSpPr>
          <p:cNvPr id="36" name="Connettore dritto 5">
            <a:extLst>
              <a:ext uri="{FF2B5EF4-FFF2-40B4-BE49-F238E27FC236}">
                <a16:creationId xmlns:a16="http://schemas.microsoft.com/office/drawing/2014/main" id="{46E13138-72BF-5B21-0BEA-95FE3BA4F635}"/>
              </a:ext>
            </a:extLst>
          </p:cNvPr>
          <p:cNvCxnSpPr>
            <a:cxnSpLocks/>
          </p:cNvCxnSpPr>
          <p:nvPr/>
        </p:nvCxnSpPr>
        <p:spPr>
          <a:xfrm>
            <a:off x="6122579" y="2239492"/>
            <a:ext cx="0" cy="254118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ritto 5">
            <a:extLst>
              <a:ext uri="{FF2B5EF4-FFF2-40B4-BE49-F238E27FC236}">
                <a16:creationId xmlns:a16="http://schemas.microsoft.com/office/drawing/2014/main" id="{5ADFEDB5-4638-4970-97A3-7EACF7A01B6A}"/>
              </a:ext>
            </a:extLst>
          </p:cNvPr>
          <p:cNvCxnSpPr>
            <a:cxnSpLocks/>
          </p:cNvCxnSpPr>
          <p:nvPr/>
        </p:nvCxnSpPr>
        <p:spPr>
          <a:xfrm>
            <a:off x="3335987" y="2239492"/>
            <a:ext cx="0" cy="254118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ritto 5">
            <a:extLst>
              <a:ext uri="{FF2B5EF4-FFF2-40B4-BE49-F238E27FC236}">
                <a16:creationId xmlns:a16="http://schemas.microsoft.com/office/drawing/2014/main" id="{02D4A210-4243-AE86-B81F-EE6B4C5F585B}"/>
              </a:ext>
            </a:extLst>
          </p:cNvPr>
          <p:cNvCxnSpPr>
            <a:cxnSpLocks/>
          </p:cNvCxnSpPr>
          <p:nvPr/>
        </p:nvCxnSpPr>
        <p:spPr>
          <a:xfrm>
            <a:off x="8856918" y="2239492"/>
            <a:ext cx="0" cy="254118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heckList outline">
            <a:extLst>
              <a:ext uri="{FF2B5EF4-FFF2-40B4-BE49-F238E27FC236}">
                <a16:creationId xmlns:a16="http://schemas.microsoft.com/office/drawing/2014/main" id="{978FFD97-F3C4-6CD4-7232-509C50956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7407" y="2220226"/>
            <a:ext cx="900000" cy="9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4A19ED-DA52-12A8-9FEF-B53D8553D652}"/>
              </a:ext>
            </a:extLst>
          </p:cNvPr>
          <p:cNvSpPr txBox="1"/>
          <p:nvPr/>
        </p:nvSpPr>
        <p:spPr>
          <a:xfrm>
            <a:off x="6044665" y="3922140"/>
            <a:ext cx="2885484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lang="en-US" sz="1600" noProof="0" dirty="0">
                <a:latin typeface="Ubuntu Sans"/>
              </a:rPr>
              <a:t>Renoir: SRP, ARF, AMF, VHT</a:t>
            </a:r>
          </a:p>
          <a:p>
            <a:pPr algn="ctr"/>
            <a:r>
              <a:rPr lang="en-US" sz="1600" b="1" noProof="0" dirty="0">
                <a:latin typeface="Ubuntu Sans"/>
              </a:rPr>
              <a:t>MOA</a:t>
            </a:r>
            <a:r>
              <a:rPr lang="en-US" sz="1600" noProof="0" dirty="0">
                <a:latin typeface="Ubuntu Sans"/>
              </a:rPr>
              <a:t>: SRP, ARF, VHT </a:t>
            </a:r>
            <a:r>
              <a:rPr lang="en-US" sz="1600" b="1" noProof="0" dirty="0" err="1">
                <a:latin typeface="Ubuntu Sans"/>
              </a:rPr>
              <a:t>Onelearn</a:t>
            </a:r>
            <a:r>
              <a:rPr lang="en-US" sz="1600" noProof="0" dirty="0">
                <a:latin typeface="Ubuntu Sans"/>
              </a:rPr>
              <a:t>: AMF</a:t>
            </a:r>
          </a:p>
        </p:txBody>
      </p:sp>
      <p:sp>
        <p:nvSpPr>
          <p:cNvPr id="19" name="bagging title">
            <a:extLst>
              <a:ext uri="{FF2B5EF4-FFF2-40B4-BE49-F238E27FC236}">
                <a16:creationId xmlns:a16="http://schemas.microsoft.com/office/drawing/2014/main" id="{B6F0A495-FC91-A799-1702-7CE1E4C245B7}"/>
              </a:ext>
            </a:extLst>
          </p:cNvPr>
          <p:cNvSpPr txBox="1"/>
          <p:nvPr/>
        </p:nvSpPr>
        <p:spPr>
          <a:xfrm>
            <a:off x="6406837" y="3379127"/>
            <a:ext cx="2161140" cy="369324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Ubuntu Sans SemiBold" pitchFamily="2" charset="0"/>
              </a:rPr>
              <a:t>FRAMEWORKS</a:t>
            </a:r>
          </a:p>
        </p:txBody>
      </p:sp>
    </p:spTree>
    <p:extLst>
      <p:ext uri="{BB962C8B-B14F-4D97-AF65-F5344CB8AC3E}">
        <p14:creationId xmlns:p14="http://schemas.microsoft.com/office/powerpoint/2010/main" val="133901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1FB7-0235-317C-2733-29374C9A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D9E81FF1-4EEF-AFB1-F541-046EA6D773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1F172F1-AEB8-023A-D479-94D39CEC68D3}"/>
              </a:ext>
            </a:extLst>
          </p:cNvPr>
          <p:cNvSpPr>
            <a:spLocks/>
          </p:cNvSpPr>
          <p:nvPr/>
        </p:nvSpPr>
        <p:spPr>
          <a:xfrm>
            <a:off x="615949" y="-682408"/>
            <a:ext cx="6331259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BF26F3-6DA3-9F46-E593-306DCB16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DCB1DF2-721F-4702-5436-C90FBECD53DD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21008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latin typeface="Ubuntu Sans Mono SemiBold" panose="020B0309030602030204" pitchFamily="49" charset="0"/>
                <a:ea typeface="+mn-ea"/>
                <a:cs typeface="+mn-cs"/>
              </a:rPr>
              <a:t>.accuracy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A707EDB-DFD3-1EBD-6AA2-A6F05E0487A1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AA349B4-DC78-B6AB-AE47-C1F9BDE54B6D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D8123DDF-DDED-AD7D-05A0-EEC5BDF05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4A4F1231-08B2-7874-B90A-BF511250421B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2AE26B6-FC38-5BDC-6466-CDF08075D2A6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6E469CF8-C644-DD30-4DBF-92EB11CFCF3C}"/>
              </a:ext>
            </a:extLst>
          </p:cNvPr>
          <p:cNvSpPr/>
          <p:nvPr/>
        </p:nvSpPr>
        <p:spPr>
          <a:xfrm>
            <a:off x="944989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ttangolo 5" hidden="1">
            <a:extLst>
              <a:ext uri="{FF2B5EF4-FFF2-40B4-BE49-F238E27FC236}">
                <a16:creationId xmlns:a16="http://schemas.microsoft.com/office/drawing/2014/main" id="{09F5F616-DDFF-0AE4-4E1D-A4355C43BA78}"/>
              </a:ext>
            </a:extLst>
          </p:cNvPr>
          <p:cNvSpPr/>
          <p:nvPr/>
        </p:nvSpPr>
        <p:spPr>
          <a:xfrm>
            <a:off x="912500" y="6021391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498EBBD-2E89-8D18-2EC8-FF5D8924A278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146233-FF3F-7A39-FBB3-80B4432FE9B4}"/>
                  </a:ext>
                </a:extLst>
              </p:cNvPr>
              <p:cNvSpPr txBox="1"/>
              <p:nvPr/>
            </p:nvSpPr>
            <p:spPr>
              <a:xfrm>
                <a:off x="7641771" y="1406648"/>
                <a:ext cx="3582732" cy="2108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Function replication verified via </a:t>
                </a:r>
                <a:r>
                  <a:rPr lang="en-US" dirty="0">
                    <a:solidFill>
                      <a:schemeClr val="bg1"/>
                    </a:solidFill>
                    <a:latin typeface="Ubuntu Sans"/>
                  </a:rPr>
                  <a:t>non-parametric</a:t>
                </a:r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 </a:t>
                </a:r>
                <a:r>
                  <a:rPr lang="en-US" b="1" i="1" noProof="0" dirty="0">
                    <a:solidFill>
                      <a:srgbClr val="F1854B"/>
                    </a:solidFill>
                    <a:latin typeface="Ubuntu Sans"/>
                  </a:rPr>
                  <a:t>TOST (Two One-Sided Tests) </a:t>
                </a:r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equivalence testing, with an exact distribution method </a:t>
                </a:r>
                <a:r>
                  <a:rPr lang="en-US" dirty="0">
                    <a:solidFill>
                      <a:schemeClr val="bg1"/>
                    </a:solidFill>
                    <a:latin typeface="Ubuntu Sans"/>
                  </a:rPr>
                  <a:t>and equivalence margin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∆ ± 0.03</m:t>
                    </m:r>
                  </m:oMath>
                </a14:m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146233-FF3F-7A39-FBB3-80B4432FE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771" y="1406648"/>
                <a:ext cx="3582732" cy="2108269"/>
              </a:xfrm>
              <a:prstGeom prst="rect">
                <a:avLst/>
              </a:prstGeom>
              <a:blipFill>
                <a:blip r:embed="rId6"/>
                <a:stretch>
                  <a:fillRect l="-1533" r="-2726" b="-37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2590B75-542E-3189-4877-E7E41537AD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144"/>
          <a:stretch>
            <a:fillRect/>
          </a:stretch>
        </p:blipFill>
        <p:spPr>
          <a:xfrm>
            <a:off x="1514557" y="1115695"/>
            <a:ext cx="4671101" cy="2121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086B4D-E5DD-49EC-6722-289DDA70A5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>
          <a:xfrm>
            <a:off x="1514557" y="3546316"/>
            <a:ext cx="4671101" cy="2121974"/>
          </a:xfrm>
          <a:prstGeom prst="rect">
            <a:avLst/>
          </a:prstGeom>
        </p:spPr>
      </p:pic>
      <p:sp>
        <p:nvSpPr>
          <p:cNvPr id="13" name="CasellaDiTesto 88">
            <a:extLst>
              <a:ext uri="{FF2B5EF4-FFF2-40B4-BE49-F238E27FC236}">
                <a16:creationId xmlns:a16="http://schemas.microsoft.com/office/drawing/2014/main" id="{877E5595-3AE9-39CC-9822-5E6736FEADB9}"/>
              </a:ext>
            </a:extLst>
          </p:cNvPr>
          <p:cNvSpPr txBox="1"/>
          <p:nvPr/>
        </p:nvSpPr>
        <p:spPr>
          <a:xfrm rot="16200000">
            <a:off x="397823" y="2038182"/>
            <a:ext cx="1416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Airlines - SRP</a:t>
            </a:r>
          </a:p>
        </p:txBody>
      </p:sp>
      <p:sp>
        <p:nvSpPr>
          <p:cNvPr id="17" name="CasellaDiTesto 88">
            <a:extLst>
              <a:ext uri="{FF2B5EF4-FFF2-40B4-BE49-F238E27FC236}">
                <a16:creationId xmlns:a16="http://schemas.microsoft.com/office/drawing/2014/main" id="{8E34DB34-F8DE-C0A5-37B7-6619A02FD564}"/>
              </a:ext>
            </a:extLst>
          </p:cNvPr>
          <p:cNvSpPr txBox="1"/>
          <p:nvPr/>
        </p:nvSpPr>
        <p:spPr>
          <a:xfrm rot="16200000">
            <a:off x="500195" y="4468803"/>
            <a:ext cx="12546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LED(a) - ARF</a:t>
            </a:r>
          </a:p>
        </p:txBody>
      </p:sp>
    </p:spTree>
    <p:extLst>
      <p:ext uri="{BB962C8B-B14F-4D97-AF65-F5344CB8AC3E}">
        <p14:creationId xmlns:p14="http://schemas.microsoft.com/office/powerpoint/2010/main" val="1853096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 animBg="1"/>
      <p:bldP spid="6" grpId="0"/>
      <p:bldP spid="13" grpId="0" build="allAtOnce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B9B2-9EEF-D44E-DFF0-94565A16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AFE5FF14-9EDF-CFA5-B3B9-E7B26353BA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E189754-188A-23F4-D657-CEE1DA965E31}"/>
              </a:ext>
            </a:extLst>
          </p:cNvPr>
          <p:cNvSpPr>
            <a:spLocks/>
          </p:cNvSpPr>
          <p:nvPr/>
        </p:nvSpPr>
        <p:spPr>
          <a:xfrm>
            <a:off x="615949" y="-682408"/>
            <a:ext cx="6331259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235AAF-C3F6-627B-7897-ACE7BA796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A140792-43AF-CF16-2F96-AB1022D92A1B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21008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latin typeface="Ubuntu Sans Mono SemiBold" panose="020B0309030602030204" pitchFamily="49" charset="0"/>
                <a:ea typeface="+mn-ea"/>
                <a:cs typeface="+mn-cs"/>
              </a:rPr>
              <a:t>.speedup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D13B18A-71CC-CCF0-70DC-DDA0B25EAECA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85DEC97E-94F7-512C-B0A5-F4B70CB482E9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68BE5E00-9FE3-58A1-DEE6-B4BD6E9DB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2FA73884-AF64-FE49-7EA6-B6044E6736BE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214FB07-3697-24DE-FE17-CAA0B086EE23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25F7EAA8-8F2B-1E30-8A23-BADBF4053735}"/>
              </a:ext>
            </a:extLst>
          </p:cNvPr>
          <p:cNvSpPr/>
          <p:nvPr/>
        </p:nvSpPr>
        <p:spPr>
          <a:xfrm>
            <a:off x="93279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ttangolo 5">
            <a:extLst>
              <a:ext uri="{FF2B5EF4-FFF2-40B4-BE49-F238E27FC236}">
                <a16:creationId xmlns:a16="http://schemas.microsoft.com/office/drawing/2014/main" id="{5B161DFD-6546-6198-1194-06B160EBDE5D}"/>
              </a:ext>
            </a:extLst>
          </p:cNvPr>
          <p:cNvSpPr/>
          <p:nvPr/>
        </p:nvSpPr>
        <p:spPr>
          <a:xfrm rot="5400000">
            <a:off x="985773" y="6357108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44B448B-0468-35B2-8084-CD0B49746584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5C2240-54B2-9241-F8FB-A8D9EC177CD7}"/>
                  </a:ext>
                </a:extLst>
              </p:cNvPr>
              <p:cNvSpPr txBox="1"/>
              <p:nvPr/>
            </p:nvSpPr>
            <p:spPr>
              <a:xfrm>
                <a:off x="7496085" y="1078693"/>
                <a:ext cx="4297102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i="1" noProof="0" dirty="0">
                    <a:solidFill>
                      <a:srgbClr val="F1854B"/>
                    </a:solidFill>
                    <a:latin typeface="Ubuntu Sans SemiBold" pitchFamily="2" charset="0"/>
                  </a:rPr>
                  <a:t>Massive performance gain</a:t>
                </a:r>
                <a:br>
                  <a:rPr lang="en-US" noProof="0" dirty="0">
                    <a:solidFill>
                      <a:schemeClr val="bg1"/>
                    </a:solidFill>
                    <a:latin typeface="Ubuntu Sans"/>
                  </a:rPr>
                </a:br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  <a:p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Up to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35.73×</m:t>
                    </m:r>
                  </m:oMath>
                </a14:m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 over MOA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18.24×</m:t>
                    </m:r>
                  </m:oMath>
                </a14:m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 over </a:t>
                </a:r>
                <a:r>
                  <a:rPr lang="en-US" noProof="0" dirty="0" err="1">
                    <a:solidFill>
                      <a:schemeClr val="bg1"/>
                    </a:solidFill>
                    <a:latin typeface="Ubuntu Sans"/>
                  </a:rPr>
                  <a:t>OneLearn</a:t>
                </a:r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Ubuntu Sans"/>
                  </a:rPr>
                  <a:t>Rust zero-cost abstractions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Ubuntu Sans"/>
                  </a:rPr>
                  <a:t>Cache-localized memory </a:t>
                </a:r>
                <a:r>
                  <a:rPr lang="en-US" dirty="0" err="1">
                    <a:solidFill>
                      <a:schemeClr val="bg1"/>
                    </a:solidFill>
                    <a:latin typeface="Ubuntu Sans"/>
                  </a:rPr>
                  <a:t>managment</a:t>
                </a:r>
                <a:endParaRPr lang="en-US" dirty="0">
                  <a:solidFill>
                    <a:schemeClr val="bg1"/>
                  </a:solidFill>
                  <a:latin typeface="Ubuntu Sans"/>
                </a:endParaRPr>
              </a:p>
              <a:p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  <a:p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Strong correlation: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Speedup vs. #Feature</a:t>
                </a:r>
              </a:p>
              <a:p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5C2240-54B2-9241-F8FB-A8D9EC17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085" y="1078693"/>
                <a:ext cx="4297102" cy="2862322"/>
              </a:xfrm>
              <a:prstGeom prst="rect">
                <a:avLst/>
              </a:prstGeom>
              <a:blipFill>
                <a:blip r:embed="rId6"/>
                <a:stretch>
                  <a:fillRect l="-1277" t="-1279" r="-2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STO ALL">
            <a:extLst>
              <a:ext uri="{FF2B5EF4-FFF2-40B4-BE49-F238E27FC236}">
                <a16:creationId xmlns:a16="http://schemas.microsoft.com/office/drawing/2014/main" id="{E7A282C4-0B93-51AB-4B39-D340C260C017}"/>
              </a:ext>
            </a:extLst>
          </p:cNvPr>
          <p:cNvSpPr txBox="1"/>
          <p:nvPr/>
        </p:nvSpPr>
        <p:spPr>
          <a:xfrm>
            <a:off x="615949" y="5577708"/>
            <a:ext cx="63312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Speedup – with 10 base models and 1 core – over the baseline</a:t>
            </a:r>
          </a:p>
        </p:txBody>
      </p:sp>
      <p:graphicFrame>
        <p:nvGraphicFramePr>
          <p:cNvPr id="10" name="Chart all">
            <a:extLst>
              <a:ext uri="{FF2B5EF4-FFF2-40B4-BE49-F238E27FC236}">
                <a16:creationId xmlns:a16="http://schemas.microsoft.com/office/drawing/2014/main" id="{77611CED-624F-AA98-86A4-91DC1C4D9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38665"/>
              </p:ext>
            </p:extLst>
          </p:nvPr>
        </p:nvGraphicFramePr>
        <p:xfrm>
          <a:off x="943663" y="1078693"/>
          <a:ext cx="5688632" cy="4393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7" name="Chart ARF 100">
            <a:extLst>
              <a:ext uri="{FF2B5EF4-FFF2-40B4-BE49-F238E27FC236}">
                <a16:creationId xmlns:a16="http://schemas.microsoft.com/office/drawing/2014/main" id="{C35DA039-6901-6F80-2785-B504A60EF9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82159"/>
              </p:ext>
            </p:extLst>
          </p:nvPr>
        </p:nvGraphicFramePr>
        <p:xfrm>
          <a:off x="945750" y="1074095"/>
          <a:ext cx="5688632" cy="4393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TESTO ARF">
            <a:extLst>
              <a:ext uri="{FF2B5EF4-FFF2-40B4-BE49-F238E27FC236}">
                <a16:creationId xmlns:a16="http://schemas.microsoft.com/office/drawing/2014/main" id="{AE038D74-C32C-4EA5-0B4F-5BE7253C17B2}"/>
              </a:ext>
            </a:extLst>
          </p:cNvPr>
          <p:cNvSpPr txBox="1"/>
          <p:nvPr/>
        </p:nvSpPr>
        <p:spPr>
          <a:xfrm>
            <a:off x="674320" y="5577708"/>
            <a:ext cx="62145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ARF speedup over MOA – using 100 base models e 32 cores</a:t>
            </a:r>
          </a:p>
        </p:txBody>
      </p:sp>
      <p:grpSp>
        <p:nvGrpSpPr>
          <p:cNvPr id="19" name="popup feature speedup">
            <a:extLst>
              <a:ext uri="{FF2B5EF4-FFF2-40B4-BE49-F238E27FC236}">
                <a16:creationId xmlns:a16="http://schemas.microsoft.com/office/drawing/2014/main" id="{B10510E1-C2BD-D50A-21AA-79A586E87A87}"/>
              </a:ext>
            </a:extLst>
          </p:cNvPr>
          <p:cNvGrpSpPr/>
          <p:nvPr/>
        </p:nvGrpSpPr>
        <p:grpSpPr>
          <a:xfrm>
            <a:off x="6818913" y="4301425"/>
            <a:ext cx="3368037" cy="2077327"/>
            <a:chOff x="6468895" y="4359349"/>
            <a:chExt cx="3368037" cy="2077327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0709563-22C6-05BE-BE0A-A2EE16EF89C4}"/>
                </a:ext>
              </a:extLst>
            </p:cNvPr>
            <p:cNvSpPr/>
            <p:nvPr/>
          </p:nvSpPr>
          <p:spPr>
            <a:xfrm>
              <a:off x="6469941" y="4365296"/>
              <a:ext cx="3365944" cy="2065432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aphicFrame>
          <p:nvGraphicFramePr>
            <p:cNvPr id="9" name="chart feature speedup">
              <a:extLst>
                <a:ext uri="{FF2B5EF4-FFF2-40B4-BE49-F238E27FC236}">
                  <a16:creationId xmlns:a16="http://schemas.microsoft.com/office/drawing/2014/main" id="{07738F79-7C5F-B5A3-C7C9-3C1FE7ACBCC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46430626"/>
                </p:ext>
              </p:extLst>
            </p:nvPr>
          </p:nvGraphicFramePr>
          <p:xfrm>
            <a:off x="6468895" y="4359349"/>
            <a:ext cx="3368037" cy="207732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89A034A-8E08-E2AB-22E3-CAC7FA3E3077}"/>
              </a:ext>
            </a:extLst>
          </p:cNvPr>
          <p:cNvSpPr txBox="1"/>
          <p:nvPr/>
        </p:nvSpPr>
        <p:spPr>
          <a:xfrm>
            <a:off x="1806346" y="31366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accent1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E65136-6F0F-0851-A013-906E3471AB98}"/>
                  </a:ext>
                </a:extLst>
              </p:cNvPr>
              <p:cNvSpPr txBox="1"/>
              <p:nvPr/>
            </p:nvSpPr>
            <p:spPr>
              <a:xfrm>
                <a:off x="7496085" y="1081031"/>
                <a:ext cx="4297102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i="1" noProof="0" dirty="0">
                    <a:solidFill>
                      <a:srgbClr val="F1854B"/>
                    </a:solidFill>
                    <a:latin typeface="Ubuntu Sans SemiBold" pitchFamily="2" charset="0"/>
                  </a:rPr>
                  <a:t>Massive Multi-Threading performance gain</a:t>
                </a:r>
              </a:p>
              <a:p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  <a:p>
                <a14:m>
                  <m:oMath xmlns:m="http://schemas.openxmlformats.org/officeDocument/2006/math">
                    <m:r>
                      <a:rPr lang="en-US" b="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6.01</m:t>
                    </m:r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1.82</m:t>
                    </m:r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 speedup over MOA.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Rust zero-cost abstractions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>
                    <a:solidFill>
                      <a:schemeClr val="bg1"/>
                    </a:solidFill>
                    <a:latin typeface="Ubuntu Sans"/>
                  </a:rPr>
                  <a:t>Renoir’s decoupled, shared-nothing dataflow model</a:t>
                </a:r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E65136-6F0F-0851-A013-906E3471A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085" y="1081031"/>
                <a:ext cx="4297102" cy="2031325"/>
              </a:xfrm>
              <a:prstGeom prst="rect">
                <a:avLst/>
              </a:prstGeom>
              <a:blipFill>
                <a:blip r:embed="rId10"/>
                <a:stretch>
                  <a:fillRect l="-1277" t="-1497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017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animBg="1"/>
      <p:bldP spid="6" grpId="0" build="allAtOnce"/>
      <p:bldP spid="11" grpId="0"/>
      <p:bldP spid="11" grpId="1"/>
      <p:bldGraphic spid="10" grpId="0">
        <p:bldAsOne/>
      </p:bldGraphic>
      <p:bldGraphic spid="10" grpId="1">
        <p:bldAsOne/>
      </p:bldGraphic>
      <p:bldGraphic spid="17" grpId="0">
        <p:bldAsOne/>
      </p:bldGraphic>
      <p:bldP spid="21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FBACE-68B6-C41A-FD03-60B92CA3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21A2C250-D421-B087-50CF-0799479A14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BACB4EF-40F4-B8B4-3D8E-F86D786AE56E}"/>
              </a:ext>
            </a:extLst>
          </p:cNvPr>
          <p:cNvSpPr>
            <a:spLocks/>
          </p:cNvSpPr>
          <p:nvPr/>
        </p:nvSpPr>
        <p:spPr>
          <a:xfrm>
            <a:off x="6918960" y="-682408"/>
            <a:ext cx="4671368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AE2C0-3E64-BFF6-6793-C6A04976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A7F9B5C-4B2D-872C-32FA-7F5EE5CF1558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73430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.</a:t>
            </a:r>
            <a:r>
              <a:rPr lang="en-US" sz="3600" b="1" noProof="0" dirty="0" err="1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portabilityGain</a:t>
            </a:r>
            <a:endParaRPr lang="en-US" sz="3600" b="1" noProof="0" dirty="0">
              <a:solidFill>
                <a:schemeClr val="bg1"/>
              </a:solidFill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699C3BA-EA4D-78F8-6B09-651413AEAD28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04A6C203-BCF6-994C-307A-789EC55A2C8E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BC411CF6-9D72-87F4-44D3-150BD2CE8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4487E985-C474-AD12-1776-7FDEB1A9C689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413F302-F519-F65B-F05D-7D5427352552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F73F782D-8F26-2CC7-99F9-CF53A286709C}"/>
              </a:ext>
            </a:extLst>
          </p:cNvPr>
          <p:cNvSpPr/>
          <p:nvPr/>
        </p:nvSpPr>
        <p:spPr>
          <a:xfrm>
            <a:off x="93279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ttangolo 5">
            <a:extLst>
              <a:ext uri="{FF2B5EF4-FFF2-40B4-BE49-F238E27FC236}">
                <a16:creationId xmlns:a16="http://schemas.microsoft.com/office/drawing/2014/main" id="{27ED5B34-3B66-C727-2979-9CA3B2DD85D3}"/>
              </a:ext>
            </a:extLst>
          </p:cNvPr>
          <p:cNvSpPr/>
          <p:nvPr/>
        </p:nvSpPr>
        <p:spPr>
          <a:xfrm rot="5400000">
            <a:off x="985773" y="6357108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riangolo rettangolo 2">
            <a:extLst>
              <a:ext uri="{FF2B5EF4-FFF2-40B4-BE49-F238E27FC236}">
                <a16:creationId xmlns:a16="http://schemas.microsoft.com/office/drawing/2014/main" id="{A18E856A-A586-12C3-0E4A-417A16A2BEBD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C400B5E-D181-7ABE-EC3F-96A885AB4B49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829405E-B8C0-CC84-031D-C15855115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313804"/>
              </p:ext>
            </p:extLst>
          </p:nvPr>
        </p:nvGraphicFramePr>
        <p:xfrm>
          <a:off x="1004815" y="2846848"/>
          <a:ext cx="4996594" cy="2522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75" name="vert par">
            <a:extLst>
              <a:ext uri="{FF2B5EF4-FFF2-40B4-BE49-F238E27FC236}">
                <a16:creationId xmlns:a16="http://schemas.microsoft.com/office/drawing/2014/main" id="{CFF3E220-4A41-6079-5F56-14D3993984CB}"/>
              </a:ext>
            </a:extLst>
          </p:cNvPr>
          <p:cNvGrpSpPr/>
          <p:nvPr/>
        </p:nvGrpSpPr>
        <p:grpSpPr>
          <a:xfrm>
            <a:off x="7156240" y="232359"/>
            <a:ext cx="4200526" cy="2587072"/>
            <a:chOff x="7156240" y="405984"/>
            <a:chExt cx="4200526" cy="2587072"/>
          </a:xfrm>
        </p:grpSpPr>
        <p:pic>
          <p:nvPicPr>
            <p:cNvPr id="13" name="Graphic 12" descr="Computer with solid fill">
              <a:extLst>
                <a:ext uri="{FF2B5EF4-FFF2-40B4-BE49-F238E27FC236}">
                  <a16:creationId xmlns:a16="http://schemas.microsoft.com/office/drawing/2014/main" id="{1F75CCB9-4554-C882-AC42-AF186C66C3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735590" y="716268"/>
              <a:ext cx="1080000" cy="1080000"/>
            </a:xfrm>
            <a:prstGeom prst="rect">
              <a:avLst/>
            </a:prstGeom>
          </p:spPr>
        </p:pic>
        <p:sp>
          <p:nvSpPr>
            <p:cNvPr id="17" name="bagging title">
              <a:extLst>
                <a:ext uri="{FF2B5EF4-FFF2-40B4-BE49-F238E27FC236}">
                  <a16:creationId xmlns:a16="http://schemas.microsoft.com/office/drawing/2014/main" id="{7B1C0CF4-07CF-F3B4-35C5-A4ACAB690706}"/>
                </a:ext>
              </a:extLst>
            </p:cNvPr>
            <p:cNvSpPr txBox="1"/>
            <p:nvPr/>
          </p:nvSpPr>
          <p:spPr>
            <a:xfrm>
              <a:off x="7156240" y="405984"/>
              <a:ext cx="4200526" cy="500723"/>
            </a:xfrm>
            <a:prstGeom prst="roundRect">
              <a:avLst>
                <a:gd name="adj" fmla="val 21049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1600" b="1" noProof="0" dirty="0">
                  <a:solidFill>
                    <a:srgbClr val="82B2F8"/>
                  </a:solidFill>
                  <a:latin typeface="Ubuntu Sans SemiBold" pitchFamily="2" charset="0"/>
                </a:rPr>
                <a:t>VHT: vertical parallelism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8D78905-9D0A-ACC8-54BC-C8CA1A2955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1889" y="1686728"/>
              <a:ext cx="212779" cy="25697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5D6605-AD54-253A-A08E-9467FF8D21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8505" y="1667448"/>
              <a:ext cx="201510" cy="26271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268CFC58-A7A5-CEB7-DBFB-9E7EF60CBC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03091" y="711225"/>
              <a:ext cx="1080000" cy="1080000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7135FC2-B814-F71C-01EC-C33CAF5D9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10236" y="1658456"/>
              <a:ext cx="45254" cy="28524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Graphic 29" descr="Pandemic flattening curve bar graph with solid fill">
              <a:extLst>
                <a:ext uri="{FF2B5EF4-FFF2-40B4-BE49-F238E27FC236}">
                  <a16:creationId xmlns:a16="http://schemas.microsoft.com/office/drawing/2014/main" id="{B0C3DE20-0C50-4753-63ED-AD5C6C531A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356965" y="2008767"/>
              <a:ext cx="720000" cy="720000"/>
            </a:xfrm>
            <a:prstGeom prst="rect">
              <a:avLst/>
            </a:prstGeom>
          </p:spPr>
        </p:pic>
        <p:pic>
          <p:nvPicPr>
            <p:cNvPr id="32" name="Graphic 31" descr="Pandemic flattening curve bar graph with solid fill">
              <a:extLst>
                <a:ext uri="{FF2B5EF4-FFF2-40B4-BE49-F238E27FC236}">
                  <a16:creationId xmlns:a16="http://schemas.microsoft.com/office/drawing/2014/main" id="{6F96EEFB-614A-BBBD-0ABF-A6D6A52599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812899" y="2008767"/>
              <a:ext cx="720000" cy="720000"/>
            </a:xfrm>
            <a:prstGeom prst="rect">
              <a:avLst/>
            </a:prstGeom>
          </p:spPr>
        </p:pic>
        <p:pic>
          <p:nvPicPr>
            <p:cNvPr id="34" name="Graphic 33" descr="Pandemic flattening curve bar graph with solid fill">
              <a:extLst>
                <a:ext uri="{FF2B5EF4-FFF2-40B4-BE49-F238E27FC236}">
                  <a16:creationId xmlns:a16="http://schemas.microsoft.com/office/drawing/2014/main" id="{269376DF-1C7F-4DFD-3968-8290248B41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233825" y="1998219"/>
              <a:ext cx="720000" cy="720000"/>
            </a:xfrm>
            <a:prstGeom prst="rect">
              <a:avLst/>
            </a:prstGeom>
          </p:spPr>
        </p:pic>
        <p:sp>
          <p:nvSpPr>
            <p:cNvPr id="41" name="CasellaDiTesto 156">
              <a:extLst>
                <a:ext uri="{FF2B5EF4-FFF2-40B4-BE49-F238E27FC236}">
                  <a16:creationId xmlns:a16="http://schemas.microsoft.com/office/drawing/2014/main" id="{02985050-705C-8B57-D733-02DAD607C5FA}"/>
                </a:ext>
              </a:extLst>
            </p:cNvPr>
            <p:cNvSpPr txBox="1"/>
            <p:nvPr/>
          </p:nvSpPr>
          <p:spPr>
            <a:xfrm>
              <a:off x="7169908" y="2685279"/>
              <a:ext cx="1094114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>
                  <a:latin typeface="Ubuntu Sans" pitchFamily="2" charset="0"/>
                </a:rPr>
                <a:t>Feature 1</a:t>
              </a:r>
            </a:p>
          </p:txBody>
        </p:sp>
        <p:sp>
          <p:nvSpPr>
            <p:cNvPr id="42" name="CasellaDiTesto 156">
              <a:extLst>
                <a:ext uri="{FF2B5EF4-FFF2-40B4-BE49-F238E27FC236}">
                  <a16:creationId xmlns:a16="http://schemas.microsoft.com/office/drawing/2014/main" id="{AE480738-2682-B888-28D2-4FC72D110B2E}"/>
                </a:ext>
              </a:extLst>
            </p:cNvPr>
            <p:cNvSpPr txBox="1"/>
            <p:nvPr/>
          </p:nvSpPr>
          <p:spPr>
            <a:xfrm>
              <a:off x="8169469" y="2685279"/>
              <a:ext cx="1088832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>
                  <a:latin typeface="Ubuntu Sans" pitchFamily="2" charset="0"/>
                </a:rPr>
                <a:t>Feature 2</a:t>
              </a:r>
            </a:p>
          </p:txBody>
        </p:sp>
        <p:sp>
          <p:nvSpPr>
            <p:cNvPr id="43" name="CasellaDiTesto 156">
              <a:extLst>
                <a:ext uri="{FF2B5EF4-FFF2-40B4-BE49-F238E27FC236}">
                  <a16:creationId xmlns:a16="http://schemas.microsoft.com/office/drawing/2014/main" id="{0F3EC826-6C1A-48F3-9115-CB49B785568E}"/>
                </a:ext>
              </a:extLst>
            </p:cNvPr>
            <p:cNvSpPr txBox="1"/>
            <p:nvPr/>
          </p:nvSpPr>
          <p:spPr>
            <a:xfrm>
              <a:off x="9641229" y="2685279"/>
              <a:ext cx="119649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>
                  <a:latin typeface="Ubuntu Sans" pitchFamily="2" charset="0"/>
                </a:rPr>
                <a:t>Feature 3</a:t>
              </a:r>
            </a:p>
          </p:txBody>
        </p:sp>
      </p:grpSp>
      <p:cxnSp>
        <p:nvCxnSpPr>
          <p:cNvPr id="65" name="Connettore dritto 5">
            <a:extLst>
              <a:ext uri="{FF2B5EF4-FFF2-40B4-BE49-F238E27FC236}">
                <a16:creationId xmlns:a16="http://schemas.microsoft.com/office/drawing/2014/main" id="{F22281A5-5D67-041D-DF39-34DF95212BBC}"/>
              </a:ext>
            </a:extLst>
          </p:cNvPr>
          <p:cNvCxnSpPr>
            <a:cxnSpLocks/>
          </p:cNvCxnSpPr>
          <p:nvPr/>
        </p:nvCxnSpPr>
        <p:spPr>
          <a:xfrm>
            <a:off x="7308288" y="3009190"/>
            <a:ext cx="39321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horiz par">
            <a:extLst>
              <a:ext uri="{FF2B5EF4-FFF2-40B4-BE49-F238E27FC236}">
                <a16:creationId xmlns:a16="http://schemas.microsoft.com/office/drawing/2014/main" id="{C1BB4AF4-85E1-F701-374F-B4B00DE32D23}"/>
              </a:ext>
            </a:extLst>
          </p:cNvPr>
          <p:cNvGrpSpPr/>
          <p:nvPr/>
        </p:nvGrpSpPr>
        <p:grpSpPr>
          <a:xfrm>
            <a:off x="7154381" y="3117588"/>
            <a:ext cx="4200526" cy="2709306"/>
            <a:chOff x="7154381" y="3117588"/>
            <a:chExt cx="4200526" cy="2709306"/>
          </a:xfrm>
        </p:grpSpPr>
        <p:pic>
          <p:nvPicPr>
            <p:cNvPr id="53" name="Graphic 52" descr="Fir tree with solid fill">
              <a:extLst>
                <a:ext uri="{FF2B5EF4-FFF2-40B4-BE49-F238E27FC236}">
                  <a16:creationId xmlns:a16="http://schemas.microsoft.com/office/drawing/2014/main" id="{0C1B4C65-4B3A-FF26-D26A-0D835C747B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351993" y="4708618"/>
              <a:ext cx="720000" cy="720000"/>
            </a:xfrm>
            <a:prstGeom prst="rect">
              <a:avLst/>
            </a:prstGeom>
          </p:spPr>
        </p:pic>
        <p:pic>
          <p:nvPicPr>
            <p:cNvPr id="54" name="Graphic 53" descr="Fir tree with solid fill">
              <a:extLst>
                <a:ext uri="{FF2B5EF4-FFF2-40B4-BE49-F238E27FC236}">
                  <a16:creationId xmlns:a16="http://schemas.microsoft.com/office/drawing/2014/main" id="{9F535B39-036D-775A-7209-0B8D23303C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8243493" y="4701300"/>
              <a:ext cx="720000" cy="720000"/>
            </a:xfrm>
            <a:prstGeom prst="rect">
              <a:avLst/>
            </a:prstGeom>
          </p:spPr>
        </p:pic>
        <p:pic>
          <p:nvPicPr>
            <p:cNvPr id="55" name="Graphic 54" descr="Fir tree with solid fill">
              <a:extLst>
                <a:ext uri="{FF2B5EF4-FFF2-40B4-BE49-F238E27FC236}">
                  <a16:creationId xmlns:a16="http://schemas.microsoft.com/office/drawing/2014/main" id="{12AA0E60-4EFA-7AA5-63F8-57DF377894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9799154" y="4701300"/>
              <a:ext cx="720000" cy="720000"/>
            </a:xfrm>
            <a:prstGeom prst="rect">
              <a:avLst/>
            </a:prstGeom>
          </p:spPr>
        </p:pic>
        <p:pic>
          <p:nvPicPr>
            <p:cNvPr id="59" name="Graphic 58" descr="Computer with solid fill">
              <a:extLst>
                <a:ext uri="{FF2B5EF4-FFF2-40B4-BE49-F238E27FC236}">
                  <a16:creationId xmlns:a16="http://schemas.microsoft.com/office/drawing/2014/main" id="{2D4FDAC2-1028-80A0-1EE6-7A9D4A777F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7675041" y="3402305"/>
              <a:ext cx="1080000" cy="1080000"/>
            </a:xfrm>
            <a:prstGeom prst="rect">
              <a:avLst/>
            </a:prstGeom>
          </p:spPr>
        </p:pic>
        <p:sp>
          <p:nvSpPr>
            <p:cNvPr id="60" name="bagging title">
              <a:extLst>
                <a:ext uri="{FF2B5EF4-FFF2-40B4-BE49-F238E27FC236}">
                  <a16:creationId xmlns:a16="http://schemas.microsoft.com/office/drawing/2014/main" id="{2041DD69-CB2E-973D-C69F-81E4753B38A3}"/>
                </a:ext>
              </a:extLst>
            </p:cNvPr>
            <p:cNvSpPr txBox="1"/>
            <p:nvPr/>
          </p:nvSpPr>
          <p:spPr>
            <a:xfrm>
              <a:off x="7154381" y="3117588"/>
              <a:ext cx="4200526" cy="500723"/>
            </a:xfrm>
            <a:prstGeom prst="roundRect">
              <a:avLst>
                <a:gd name="adj" fmla="val 21049"/>
              </a:avLst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1600" b="1" noProof="0" dirty="0">
                  <a:solidFill>
                    <a:schemeClr val="accent2">
                      <a:lumMod val="75000"/>
                    </a:schemeClr>
                  </a:solidFill>
                  <a:latin typeface="Ubuntu Sans SemiBold" pitchFamily="2" charset="0"/>
                </a:rPr>
                <a:t>Ensemble: horizontal parallelism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9EFD341-909A-4C7E-F41E-FDA07DFECC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1340" y="4372765"/>
              <a:ext cx="212779" cy="256970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C1513B7-DF91-C3E6-DF7C-D405EC77FC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7956" y="4353485"/>
              <a:ext cx="201510" cy="262711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Graphic 62" descr="Computer with solid fill">
              <a:extLst>
                <a:ext uri="{FF2B5EF4-FFF2-40B4-BE49-F238E27FC236}">
                  <a16:creationId xmlns:a16="http://schemas.microsoft.com/office/drawing/2014/main" id="{C8A09461-D303-93A4-8FFD-C06197DE9D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542542" y="3397262"/>
              <a:ext cx="1080000" cy="1080000"/>
            </a:xfrm>
            <a:prstGeom prst="rect">
              <a:avLst/>
            </a:prstGeom>
          </p:spPr>
        </p:pic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4C9C46B-261E-B39B-1304-5987F1C00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49687" y="4344493"/>
              <a:ext cx="45254" cy="285242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sellaDiTesto 156">
              <a:extLst>
                <a:ext uri="{FF2B5EF4-FFF2-40B4-BE49-F238E27FC236}">
                  <a16:creationId xmlns:a16="http://schemas.microsoft.com/office/drawing/2014/main" id="{A183844F-124C-BF5B-4D1E-7406F0B5F844}"/>
                </a:ext>
              </a:extLst>
            </p:cNvPr>
            <p:cNvSpPr txBox="1"/>
            <p:nvPr/>
          </p:nvSpPr>
          <p:spPr>
            <a:xfrm>
              <a:off x="7297295" y="5519117"/>
              <a:ext cx="876589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>
                  <a:latin typeface="Ubuntu Sans" pitchFamily="2" charset="0"/>
                </a:rPr>
                <a:t>Tree 1</a:t>
              </a:r>
            </a:p>
          </p:txBody>
        </p:sp>
        <p:sp>
          <p:nvSpPr>
            <p:cNvPr id="70" name="CasellaDiTesto 156">
              <a:extLst>
                <a:ext uri="{FF2B5EF4-FFF2-40B4-BE49-F238E27FC236}">
                  <a16:creationId xmlns:a16="http://schemas.microsoft.com/office/drawing/2014/main" id="{266D9877-B821-496B-E50C-EB0224141343}"/>
                </a:ext>
              </a:extLst>
            </p:cNvPr>
            <p:cNvSpPr txBox="1"/>
            <p:nvPr/>
          </p:nvSpPr>
          <p:spPr>
            <a:xfrm>
              <a:off x="8272741" y="5519117"/>
              <a:ext cx="876589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>
                  <a:latin typeface="Ubuntu Sans" pitchFamily="2" charset="0"/>
                </a:rPr>
                <a:t>Tree 2</a:t>
              </a:r>
            </a:p>
          </p:txBody>
        </p:sp>
        <p:sp>
          <p:nvSpPr>
            <p:cNvPr id="72" name="CasellaDiTesto 156">
              <a:extLst>
                <a:ext uri="{FF2B5EF4-FFF2-40B4-BE49-F238E27FC236}">
                  <a16:creationId xmlns:a16="http://schemas.microsoft.com/office/drawing/2014/main" id="{78C4CAB3-FEC4-34DB-F1A3-BF893CC6CF4A}"/>
                </a:ext>
              </a:extLst>
            </p:cNvPr>
            <p:cNvSpPr txBox="1"/>
            <p:nvPr/>
          </p:nvSpPr>
          <p:spPr>
            <a:xfrm>
              <a:off x="9809736" y="5519117"/>
              <a:ext cx="876589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>
                  <a:latin typeface="Ubuntu Sans" pitchFamily="2" charset="0"/>
                </a:rPr>
                <a:t>Tree 3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6B184C85-26BC-7766-24B0-B58DFFD12E67}"/>
              </a:ext>
            </a:extLst>
          </p:cNvPr>
          <p:cNvSpPr txBox="1"/>
          <p:nvPr/>
        </p:nvSpPr>
        <p:spPr>
          <a:xfrm>
            <a:off x="876299" y="1268439"/>
            <a:ext cx="5249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Framework-level advantages significantly outperform previous literature on distributed decision trees (</a:t>
            </a:r>
            <a:r>
              <a:rPr lang="en-GB" b="1" dirty="0">
                <a:solidFill>
                  <a:schemeClr val="accent2"/>
                </a:solidFill>
              </a:rPr>
              <a:t>VHT</a:t>
            </a:r>
            <a:r>
              <a:rPr lang="en-GB" dirty="0">
                <a:solidFill>
                  <a:schemeClr val="bg1"/>
                </a:solidFill>
              </a:rPr>
              <a:t>), delivering a higher-impact contribution to distributed streaming ML.</a:t>
            </a:r>
            <a:endParaRPr lang="en-US" noProof="0" dirty="0">
              <a:solidFill>
                <a:schemeClr val="bg1"/>
              </a:solidFill>
              <a:latin typeface="Ubuntu Sans"/>
            </a:endParaRPr>
          </a:p>
        </p:txBody>
      </p:sp>
      <p:sp>
        <p:nvSpPr>
          <p:cNvPr id="6" name="TESTO ARF">
            <a:extLst>
              <a:ext uri="{FF2B5EF4-FFF2-40B4-BE49-F238E27FC236}">
                <a16:creationId xmlns:a16="http://schemas.microsoft.com/office/drawing/2014/main" id="{508C0736-2304-9E77-0AF6-10A627ABBB44}"/>
              </a:ext>
            </a:extLst>
          </p:cNvPr>
          <p:cNvSpPr txBox="1"/>
          <p:nvPr/>
        </p:nvSpPr>
        <p:spPr>
          <a:xfrm>
            <a:off x="837802" y="5572263"/>
            <a:ext cx="53260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75000"/>
                  </a:schemeClr>
                </a:solidFill>
                <a:latin typeface="Ubuntu Sans Mono" panose="020B0309030602030204" pitchFamily="49" charset="0"/>
              </a:rPr>
              <a:t>Speedup comparison: transitioning from MOA to Renoir </a:t>
            </a:r>
          </a:p>
        </p:txBody>
      </p:sp>
    </p:spTree>
    <p:extLst>
      <p:ext uri="{BB962C8B-B14F-4D97-AF65-F5344CB8AC3E}">
        <p14:creationId xmlns:p14="http://schemas.microsoft.com/office/powerpoint/2010/main" val="1717003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  <p:bldGraphic spid="9" grpId="0">
        <p:bldAsOne/>
      </p:bldGraphic>
      <p:bldP spid="7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F2C8-8F76-3D31-8AE3-96DBEF88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83233B8C-59CB-92DA-EB0E-7F47960206D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1A42235-AC43-065C-3F03-CFDF208F9F05}"/>
              </a:ext>
            </a:extLst>
          </p:cNvPr>
          <p:cNvSpPr>
            <a:spLocks/>
          </p:cNvSpPr>
          <p:nvPr/>
        </p:nvSpPr>
        <p:spPr>
          <a:xfrm>
            <a:off x="615949" y="-682408"/>
            <a:ext cx="6331259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0146A-464C-EB05-FFAD-87C36884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7F6AB9D-C8BF-0581-78A9-4B5E82CAF2D6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73430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latin typeface="Ubuntu Sans Mono SemiBold" panose="020B0309030602030204" pitchFamily="49" charset="0"/>
                <a:ea typeface="+mn-ea"/>
                <a:cs typeface="+mn-cs"/>
              </a:rPr>
              <a:t>.</a:t>
            </a:r>
            <a:r>
              <a:rPr lang="en-US" sz="3600" b="1" noProof="0" dirty="0" err="1">
                <a:latin typeface="Ubuntu Sans Mono SemiBold" panose="020B0309030602030204" pitchFamily="49" charset="0"/>
                <a:ea typeface="+mn-ea"/>
                <a:cs typeface="+mn-cs"/>
              </a:rPr>
              <a:t>remoteExecution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8DF761B-21D8-AC43-59F3-9E9D32986367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CDA4DAA-4865-0AD0-7D99-1D4D81FDCAD7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8F2071B5-4D2B-EAF1-98B3-FDC015226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9CE0EC4E-7E89-9185-8D64-A3659D9823B8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A784A0A-319F-6453-0D32-44CF7BE37211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E1E83065-EAB1-F274-C048-6ACEE8640B2A}"/>
              </a:ext>
            </a:extLst>
          </p:cNvPr>
          <p:cNvSpPr/>
          <p:nvPr/>
        </p:nvSpPr>
        <p:spPr>
          <a:xfrm>
            <a:off x="93279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riangolo rettangolo 2">
            <a:extLst>
              <a:ext uri="{FF2B5EF4-FFF2-40B4-BE49-F238E27FC236}">
                <a16:creationId xmlns:a16="http://schemas.microsoft.com/office/drawing/2014/main" id="{B51D033A-2BBD-AFBA-C6E9-44F65110A132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ttangolo 5">
            <a:extLst>
              <a:ext uri="{FF2B5EF4-FFF2-40B4-BE49-F238E27FC236}">
                <a16:creationId xmlns:a16="http://schemas.microsoft.com/office/drawing/2014/main" id="{2F8163C0-0F08-3E14-DD5F-59175F89F89E}"/>
              </a:ext>
            </a:extLst>
          </p:cNvPr>
          <p:cNvSpPr/>
          <p:nvPr/>
        </p:nvSpPr>
        <p:spPr>
          <a:xfrm rot="10590317">
            <a:off x="653080" y="6415847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3F24FC8-1389-B056-6879-700707AEDF2E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0744D-C48B-6A42-FA33-2C423C3F7824}"/>
              </a:ext>
            </a:extLst>
          </p:cNvPr>
          <p:cNvSpPr txBox="1"/>
          <p:nvPr/>
        </p:nvSpPr>
        <p:spPr>
          <a:xfrm>
            <a:off x="7496085" y="1078693"/>
            <a:ext cx="4297102" cy="260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noProof="0" dirty="0">
                <a:solidFill>
                  <a:srgbClr val="F1854B"/>
                </a:solidFill>
                <a:latin typeface="Ubuntu Sans SemiBold" pitchFamily="2" charset="0"/>
              </a:rPr>
              <a:t>Low Overhead</a:t>
            </a:r>
            <a:r>
              <a:rPr lang="en-US" noProof="0" dirty="0">
                <a:solidFill>
                  <a:schemeClr val="bg1"/>
                </a:solidFill>
                <a:latin typeface="Ubuntu Sans"/>
              </a:rPr>
              <a:t> </a:t>
            </a:r>
            <a:br>
              <a:rPr lang="en-US" noProof="0" dirty="0">
                <a:solidFill>
                  <a:schemeClr val="bg1"/>
                </a:solidFill>
                <a:latin typeface="Ubuntu Sans"/>
              </a:rPr>
            </a:br>
            <a:endParaRPr lang="en-US" noProof="0" dirty="0">
              <a:solidFill>
                <a:schemeClr val="bg1"/>
              </a:solidFill>
              <a:latin typeface="Ubuntu Sans"/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noProof="0" dirty="0">
                <a:solidFill>
                  <a:schemeClr val="bg1"/>
                </a:solidFill>
                <a:latin typeface="Ubuntu Sans"/>
              </a:rPr>
              <a:t>Maintained a clear throughput advantage over state-of-the-art</a:t>
            </a:r>
          </a:p>
          <a:p>
            <a:endParaRPr lang="en-US" noProof="0" dirty="0">
              <a:solidFill>
                <a:schemeClr val="bg1"/>
              </a:solidFill>
              <a:latin typeface="Ubuntu Sans"/>
            </a:endParaRPr>
          </a:p>
          <a:p>
            <a:r>
              <a:rPr lang="en-US" noProof="0" dirty="0">
                <a:solidFill>
                  <a:schemeClr val="bg1"/>
                </a:solidFill>
                <a:latin typeface="Ubuntu Sans"/>
              </a:rPr>
              <a:t>Strong inverse correlation: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  <a:latin typeface="Ubuntu Sans"/>
              </a:rPr>
              <a:t>Speedup over local execution vs. #</a:t>
            </a:r>
            <a:r>
              <a:rPr lang="en-US" dirty="0">
                <a:solidFill>
                  <a:schemeClr val="bg1"/>
                </a:solidFill>
                <a:latin typeface="Ubuntu Sans"/>
              </a:rPr>
              <a:t>F</a:t>
            </a:r>
            <a:r>
              <a:rPr lang="en-US" noProof="0" dirty="0" err="1">
                <a:solidFill>
                  <a:schemeClr val="bg1"/>
                </a:solidFill>
                <a:latin typeface="Ubuntu Sans"/>
              </a:rPr>
              <a:t>eature</a:t>
            </a:r>
            <a:endParaRPr lang="en-US" noProof="0" dirty="0">
              <a:solidFill>
                <a:schemeClr val="bg1"/>
              </a:solidFill>
              <a:latin typeface="Ubuntu Sans"/>
            </a:endParaRPr>
          </a:p>
          <a:p>
            <a:endParaRPr lang="en-US" noProof="0" dirty="0">
              <a:solidFill>
                <a:schemeClr val="bg1"/>
              </a:solidFill>
              <a:latin typeface="Ubuntu Sans"/>
            </a:endParaRPr>
          </a:p>
        </p:txBody>
      </p:sp>
      <p:graphicFrame>
        <p:nvGraphicFramePr>
          <p:cNvPr id="19" name="Chart ARF 100">
            <a:extLst>
              <a:ext uri="{FF2B5EF4-FFF2-40B4-BE49-F238E27FC236}">
                <a16:creationId xmlns:a16="http://schemas.microsoft.com/office/drawing/2014/main" id="{56897699-9653-2627-5729-1FDDD2D5A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996683"/>
              </p:ext>
            </p:extLst>
          </p:nvPr>
        </p:nvGraphicFramePr>
        <p:xfrm>
          <a:off x="945750" y="1074095"/>
          <a:ext cx="5688632" cy="4393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TESTO ARF">
            <a:extLst>
              <a:ext uri="{FF2B5EF4-FFF2-40B4-BE49-F238E27FC236}">
                <a16:creationId xmlns:a16="http://schemas.microsoft.com/office/drawing/2014/main" id="{5049ED72-ED22-5FE1-22B7-E4F45CEBBA78}"/>
              </a:ext>
            </a:extLst>
          </p:cNvPr>
          <p:cNvSpPr txBox="1"/>
          <p:nvPr/>
        </p:nvSpPr>
        <p:spPr>
          <a:xfrm>
            <a:off x="643483" y="5577708"/>
            <a:ext cx="63037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Remote execution: ARF speedup over MOA – using 100 base models e 32 cores</a:t>
            </a:r>
          </a:p>
        </p:txBody>
      </p:sp>
      <p:grpSp>
        <p:nvGrpSpPr>
          <p:cNvPr id="21" name="popup feature speedup">
            <a:extLst>
              <a:ext uri="{FF2B5EF4-FFF2-40B4-BE49-F238E27FC236}">
                <a16:creationId xmlns:a16="http://schemas.microsoft.com/office/drawing/2014/main" id="{D873DD31-29DF-1431-09BC-5E9DF94F37E8}"/>
              </a:ext>
            </a:extLst>
          </p:cNvPr>
          <p:cNvGrpSpPr/>
          <p:nvPr/>
        </p:nvGrpSpPr>
        <p:grpSpPr>
          <a:xfrm>
            <a:off x="6791204" y="4279023"/>
            <a:ext cx="3368037" cy="2077327"/>
            <a:chOff x="6468895" y="4359349"/>
            <a:chExt cx="3368037" cy="207732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41EDBC6-41AD-6C38-7E82-D0FC81306BBC}"/>
                </a:ext>
              </a:extLst>
            </p:cNvPr>
            <p:cNvSpPr/>
            <p:nvPr/>
          </p:nvSpPr>
          <p:spPr>
            <a:xfrm>
              <a:off x="6469941" y="4365296"/>
              <a:ext cx="3365944" cy="2065432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aphicFrame>
          <p:nvGraphicFramePr>
            <p:cNvPr id="24" name="chart feature speedup">
              <a:extLst>
                <a:ext uri="{FF2B5EF4-FFF2-40B4-BE49-F238E27FC236}">
                  <a16:creationId xmlns:a16="http://schemas.microsoft.com/office/drawing/2014/main" id="{774C36D9-475F-B4BA-8EAF-D87C099864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9353522"/>
                </p:ext>
              </p:extLst>
            </p:nvPr>
          </p:nvGraphicFramePr>
          <p:xfrm>
            <a:off x="6468895" y="4359349"/>
            <a:ext cx="3368037" cy="207732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E99740C-5A99-EAE2-815A-7A41FCAE154E}"/>
              </a:ext>
            </a:extLst>
          </p:cNvPr>
          <p:cNvSpPr txBox="1"/>
          <p:nvPr/>
        </p:nvSpPr>
        <p:spPr>
          <a:xfrm>
            <a:off x="1802536" y="31366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accent1"/>
                </a:solidFill>
              </a:rPr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37919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animBg="1"/>
      <p:bldGraphic spid="19" grpId="0">
        <p:bldAsOne/>
      </p:bldGraphic>
      <p:bldP spid="20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7D2F-37F8-549A-D1B8-547863BA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CEA02372-8889-18AD-7E13-E59C3E107C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6D618745-DF73-727A-52F3-6864554B964E}"/>
              </a:ext>
            </a:extLst>
          </p:cNvPr>
          <p:cNvSpPr>
            <a:spLocks/>
          </p:cNvSpPr>
          <p:nvPr/>
        </p:nvSpPr>
        <p:spPr>
          <a:xfrm>
            <a:off x="5610084" y="-682408"/>
            <a:ext cx="5955428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1F4E2-2C8A-AEE3-713D-654A96D6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C8975A1-1D62-EF98-139C-B51F54376560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409831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.scalability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36C4DC2-96C2-E5F6-4F82-08D3835C2CE4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861EE9DB-DD58-BBD1-E576-C83F47BA984A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5AA4CAAB-DF66-73F6-B418-09D495115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DE375D04-263D-353E-B3FC-0FC310182715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A35B33B-9716-CB40-54B5-B477EC111AFC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53CAEC52-1A93-451D-CB9D-C32716A1B531}"/>
              </a:ext>
            </a:extLst>
          </p:cNvPr>
          <p:cNvSpPr/>
          <p:nvPr/>
        </p:nvSpPr>
        <p:spPr>
          <a:xfrm>
            <a:off x="926701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riangolo rettangolo 2">
            <a:extLst>
              <a:ext uri="{FF2B5EF4-FFF2-40B4-BE49-F238E27FC236}">
                <a16:creationId xmlns:a16="http://schemas.microsoft.com/office/drawing/2014/main" id="{2C0BD1C3-29F9-D646-86F7-8EB58F31FDC3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ttangolo 5">
            <a:extLst>
              <a:ext uri="{FF2B5EF4-FFF2-40B4-BE49-F238E27FC236}">
                <a16:creationId xmlns:a16="http://schemas.microsoft.com/office/drawing/2014/main" id="{31E084AF-A2BC-12CE-A436-5BC3036BB74C}"/>
              </a:ext>
            </a:extLst>
          </p:cNvPr>
          <p:cNvSpPr/>
          <p:nvPr/>
        </p:nvSpPr>
        <p:spPr>
          <a:xfrm rot="10590317">
            <a:off x="653080" y="6415847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85BE217-8247-ED39-A605-0C35D26BD16A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sp>
        <p:nvSpPr>
          <p:cNvPr id="4" name="Triangolo rettangolo 2">
            <a:extLst>
              <a:ext uri="{FF2B5EF4-FFF2-40B4-BE49-F238E27FC236}">
                <a16:creationId xmlns:a16="http://schemas.microsoft.com/office/drawing/2014/main" id="{00A87FC5-AE93-0884-C2BA-79689E44743F}"/>
              </a:ext>
            </a:extLst>
          </p:cNvPr>
          <p:cNvSpPr/>
          <p:nvPr/>
        </p:nvSpPr>
        <p:spPr>
          <a:xfrm rot="5400000">
            <a:off x="515714" y="6352132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DD9EEB-053F-2995-E9F9-A22EE3758E17}"/>
              </a:ext>
            </a:extLst>
          </p:cNvPr>
          <p:cNvGrpSpPr/>
          <p:nvPr/>
        </p:nvGrpSpPr>
        <p:grpSpPr>
          <a:xfrm>
            <a:off x="1383515" y="2475252"/>
            <a:ext cx="3657534" cy="767611"/>
            <a:chOff x="1407921" y="2641501"/>
            <a:chExt cx="3657534" cy="767611"/>
          </a:xfrm>
        </p:grpSpPr>
        <p:pic>
          <p:nvPicPr>
            <p:cNvPr id="11" name="Graphic 10" descr="Merger with solid fill">
              <a:extLst>
                <a:ext uri="{FF2B5EF4-FFF2-40B4-BE49-F238E27FC236}">
                  <a16:creationId xmlns:a16="http://schemas.microsoft.com/office/drawing/2014/main" id="{0F18E6C7-A442-D25C-C364-B84F8377E5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1407921" y="2641501"/>
              <a:ext cx="767611" cy="76761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77DC16-B8D5-9917-BBCC-031252D200C9}"/>
                </a:ext>
              </a:extLst>
            </p:cNvPr>
            <p:cNvSpPr txBox="1"/>
            <p:nvPr/>
          </p:nvSpPr>
          <p:spPr>
            <a:xfrm>
              <a:off x="2082935" y="2793821"/>
              <a:ext cx="2982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 dirty="0">
                  <a:solidFill>
                    <a:schemeClr val="accent2"/>
                  </a:solidFill>
                  <a:latin typeface="Ubuntu Sans"/>
                </a:rPr>
                <a:t>SMT</a:t>
              </a:r>
              <a:r>
                <a:rPr lang="en-US" noProof="0" dirty="0">
                  <a:solidFill>
                    <a:schemeClr val="bg1"/>
                  </a:solidFill>
                  <a:latin typeface="Ubuntu Sans"/>
                </a:rPr>
                <a:t> limits ideal scaling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3E4DFBD-9363-488D-39EA-EA9D3B99E4C5}"/>
              </a:ext>
            </a:extLst>
          </p:cNvPr>
          <p:cNvGrpSpPr/>
          <p:nvPr/>
        </p:nvGrpSpPr>
        <p:grpSpPr>
          <a:xfrm>
            <a:off x="1448543" y="3307247"/>
            <a:ext cx="3617994" cy="699340"/>
            <a:chOff x="1448543" y="3612045"/>
            <a:chExt cx="3617994" cy="699340"/>
          </a:xfrm>
        </p:grpSpPr>
        <p:pic>
          <p:nvPicPr>
            <p:cNvPr id="19" name="Graphic 18" descr="Brain with solid fill">
              <a:extLst>
                <a:ext uri="{FF2B5EF4-FFF2-40B4-BE49-F238E27FC236}">
                  <a16:creationId xmlns:a16="http://schemas.microsoft.com/office/drawing/2014/main" id="{219A95D1-5A4A-E48D-F70B-ACCA1CE796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48543" y="3612045"/>
              <a:ext cx="646332" cy="64633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F621E5-3656-10C4-B7D5-1AA827C11E7B}"/>
                </a:ext>
              </a:extLst>
            </p:cNvPr>
            <p:cNvSpPr txBox="1"/>
            <p:nvPr/>
          </p:nvSpPr>
          <p:spPr>
            <a:xfrm>
              <a:off x="2084017" y="3665054"/>
              <a:ext cx="29825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 dirty="0">
                  <a:solidFill>
                    <a:schemeClr val="accent2"/>
                  </a:solidFill>
                  <a:latin typeface="Ubuntu Sans"/>
                </a:rPr>
                <a:t>Memory </a:t>
              </a:r>
              <a:r>
                <a:rPr lang="en-US" noProof="0" dirty="0">
                  <a:solidFill>
                    <a:schemeClr val="bg1"/>
                  </a:solidFill>
                  <a:latin typeface="Ubuntu Sans"/>
                </a:rPr>
                <a:t>constraints impact high-dimensional datasets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6FE58F-CC75-5A33-0CBB-7183C6D7B798}"/>
                  </a:ext>
                </a:extLst>
              </p:cNvPr>
              <p:cNvSpPr txBox="1"/>
              <p:nvPr/>
            </p:nvSpPr>
            <p:spPr>
              <a:xfrm>
                <a:off x="902317" y="1462328"/>
                <a:ext cx="409831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i="1" noProof="0" dirty="0">
                    <a:solidFill>
                      <a:srgbClr val="F1854B"/>
                    </a:solidFill>
                    <a:latin typeface="Ubuntu Sans SemiBold" pitchFamily="2" charset="0"/>
                  </a:rPr>
                  <a:t>High </a:t>
                </a:r>
                <a:r>
                  <a:rPr lang="en-US" b="1" i="1" dirty="0">
                    <a:solidFill>
                      <a:srgbClr val="F1854B"/>
                    </a:solidFill>
                    <a:latin typeface="Ubuntu Sans SemiBold" pitchFamily="2" charset="0"/>
                  </a:rPr>
                  <a:t>S</a:t>
                </a:r>
                <a:r>
                  <a:rPr lang="en-US" b="1" i="1" noProof="0" dirty="0" err="1">
                    <a:solidFill>
                      <a:srgbClr val="F1854B"/>
                    </a:solidFill>
                    <a:latin typeface="Ubuntu Sans SemiBold" pitchFamily="2" charset="0"/>
                  </a:rPr>
                  <a:t>caling</a:t>
                </a:r>
                <a:r>
                  <a:rPr lang="en-US" b="1" i="1" noProof="0" dirty="0">
                    <a:solidFill>
                      <a:srgbClr val="F1854B"/>
                    </a:solidFill>
                    <a:latin typeface="Ubuntu Sans SemiBold" pitchFamily="2" charset="0"/>
                  </a:rPr>
                  <a:t> Efficiency</a:t>
                </a:r>
                <a:br>
                  <a:rPr lang="en-US" noProof="0" dirty="0">
                    <a:solidFill>
                      <a:schemeClr val="bg1"/>
                    </a:solidFill>
                    <a:latin typeface="Ubuntu Sans"/>
                  </a:rPr>
                </a:br>
                <a:endParaRPr lang="en-US" noProof="0" dirty="0">
                  <a:solidFill>
                    <a:schemeClr val="bg1"/>
                  </a:solidFill>
                  <a:latin typeface="Ubuntu Sans"/>
                </a:endParaRPr>
              </a:p>
              <a:p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Up to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en-US" noProof="0" dirty="0">
                    <a:solidFill>
                      <a:schemeClr val="bg1"/>
                    </a:solidFill>
                    <a:latin typeface="Ubuntu Sans"/>
                  </a:rPr>
                  <a:t> on ARF and SRP. 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6FE58F-CC75-5A33-0CBB-7183C6D7B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17" y="1462328"/>
                <a:ext cx="4098311" cy="923330"/>
              </a:xfrm>
              <a:prstGeom prst="rect">
                <a:avLst/>
              </a:prstGeom>
              <a:blipFill>
                <a:blip r:embed="rId8"/>
                <a:stretch>
                  <a:fillRect l="-1190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88">
            <a:extLst>
              <a:ext uri="{FF2B5EF4-FFF2-40B4-BE49-F238E27FC236}">
                <a16:creationId xmlns:a16="http://schemas.microsoft.com/office/drawing/2014/main" id="{C8636393-D450-1A64-8BBA-A4A3A3C7453D}"/>
              </a:ext>
            </a:extLst>
          </p:cNvPr>
          <p:cNvSpPr txBox="1"/>
          <p:nvPr/>
        </p:nvSpPr>
        <p:spPr>
          <a:xfrm rot="5400000">
            <a:off x="10514553" y="1383912"/>
            <a:ext cx="132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AGR(g) - SRP</a:t>
            </a:r>
          </a:p>
        </p:txBody>
      </p:sp>
      <p:sp>
        <p:nvSpPr>
          <p:cNvPr id="32" name="CasellaDiTesto 88">
            <a:extLst>
              <a:ext uri="{FF2B5EF4-FFF2-40B4-BE49-F238E27FC236}">
                <a16:creationId xmlns:a16="http://schemas.microsoft.com/office/drawing/2014/main" id="{532E84C6-3E5D-64D1-C002-7CDFD0998935}"/>
              </a:ext>
            </a:extLst>
          </p:cNvPr>
          <p:cNvSpPr txBox="1"/>
          <p:nvPr/>
        </p:nvSpPr>
        <p:spPr>
          <a:xfrm rot="5400000">
            <a:off x="10349021" y="4177535"/>
            <a:ext cx="16563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Spam Corpus - ARF</a:t>
            </a:r>
          </a:p>
        </p:txBody>
      </p:sp>
      <p:sp>
        <p:nvSpPr>
          <p:cNvPr id="34" name="bagging title">
            <a:extLst>
              <a:ext uri="{FF2B5EF4-FFF2-40B4-BE49-F238E27FC236}">
                <a16:creationId xmlns:a16="http://schemas.microsoft.com/office/drawing/2014/main" id="{40CD8070-C48B-1AFE-4333-2D5EE2FAAD90}"/>
              </a:ext>
            </a:extLst>
          </p:cNvPr>
          <p:cNvSpPr txBox="1"/>
          <p:nvPr/>
        </p:nvSpPr>
        <p:spPr>
          <a:xfrm>
            <a:off x="6484112" y="307161"/>
            <a:ext cx="4200526" cy="322298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noProof="0" dirty="0">
                <a:solidFill>
                  <a:schemeClr val="tx1"/>
                </a:solidFill>
                <a:latin typeface="Ubuntu Sans SemiBold" pitchFamily="2" charset="0"/>
              </a:rPr>
              <a:t>Compute bound</a:t>
            </a:r>
          </a:p>
        </p:txBody>
      </p:sp>
      <p:sp>
        <p:nvSpPr>
          <p:cNvPr id="36" name="bagging title">
            <a:extLst>
              <a:ext uri="{FF2B5EF4-FFF2-40B4-BE49-F238E27FC236}">
                <a16:creationId xmlns:a16="http://schemas.microsoft.com/office/drawing/2014/main" id="{202927EE-3001-958B-6066-9D0B16F5C925}"/>
              </a:ext>
            </a:extLst>
          </p:cNvPr>
          <p:cNvSpPr txBox="1"/>
          <p:nvPr/>
        </p:nvSpPr>
        <p:spPr>
          <a:xfrm>
            <a:off x="6510336" y="2919718"/>
            <a:ext cx="4200526" cy="322298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noProof="0" dirty="0">
                <a:solidFill>
                  <a:schemeClr val="tx1"/>
                </a:solidFill>
                <a:latin typeface="Ubuntu Sans SemiBold" pitchFamily="2" charset="0"/>
              </a:rPr>
              <a:t>Memory bound</a:t>
            </a:r>
          </a:p>
        </p:txBody>
      </p:sp>
      <p:graphicFrame>
        <p:nvGraphicFramePr>
          <p:cNvPr id="18" name="Chart giù">
            <a:extLst>
              <a:ext uri="{FF2B5EF4-FFF2-40B4-BE49-F238E27FC236}">
                <a16:creationId xmlns:a16="http://schemas.microsoft.com/office/drawing/2014/main" id="{0A451212-AC42-604D-53C3-3D89463CC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202721"/>
              </p:ext>
            </p:extLst>
          </p:nvPr>
        </p:nvGraphicFramePr>
        <p:xfrm>
          <a:off x="6389194" y="3259641"/>
          <a:ext cx="4295444" cy="2576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Diagonal Corners Rounded 9">
                <a:extLst>
                  <a:ext uri="{FF2B5EF4-FFF2-40B4-BE49-F238E27FC236}">
                    <a16:creationId xmlns:a16="http://schemas.microsoft.com/office/drawing/2014/main" id="{C7353C01-38DF-8607-444F-EEEB755BC65A}"/>
                  </a:ext>
                </a:extLst>
              </p:cNvPr>
              <p:cNvSpPr/>
              <p:nvPr/>
            </p:nvSpPr>
            <p:spPr>
              <a:xfrm>
                <a:off x="8663297" y="4228901"/>
                <a:ext cx="932115" cy="230677"/>
              </a:xfrm>
              <a:prstGeom prst="round2DiagRect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noProof="0" dirty="0"/>
                  <a:t>Efficiency: </a:t>
                </a:r>
                <a14:m>
                  <m:oMath xmlns:m="http://schemas.openxmlformats.org/officeDocument/2006/math">
                    <m:r>
                      <a:rPr lang="en-US" sz="800" b="0" i="0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800" i="1" noProof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endParaRPr lang="en-US" sz="1200" noProof="0" dirty="0"/>
              </a:p>
            </p:txBody>
          </p:sp>
        </mc:Choice>
        <mc:Fallback xmlns="">
          <p:sp>
            <p:nvSpPr>
              <p:cNvPr id="10" name="Rectangle: Diagonal Corners Rounded 9">
                <a:extLst>
                  <a:ext uri="{FF2B5EF4-FFF2-40B4-BE49-F238E27FC236}">
                    <a16:creationId xmlns:a16="http://schemas.microsoft.com/office/drawing/2014/main" id="{C7353C01-38DF-8607-444F-EEEB755BC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297" y="4228901"/>
                <a:ext cx="932115" cy="230677"/>
              </a:xfrm>
              <a:prstGeom prst="round2Diag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Chart su">
            <a:extLst>
              <a:ext uri="{FF2B5EF4-FFF2-40B4-BE49-F238E27FC236}">
                <a16:creationId xmlns:a16="http://schemas.microsoft.com/office/drawing/2014/main" id="{B5F19F3B-1DA8-F8F6-425A-DA02FB886E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1718461"/>
              </p:ext>
            </p:extLst>
          </p:nvPr>
        </p:nvGraphicFramePr>
        <p:xfrm>
          <a:off x="6177516" y="656122"/>
          <a:ext cx="4459664" cy="209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Diagonal Corners Rounded 6">
                <a:extLst>
                  <a:ext uri="{FF2B5EF4-FFF2-40B4-BE49-F238E27FC236}">
                    <a16:creationId xmlns:a16="http://schemas.microsoft.com/office/drawing/2014/main" id="{80144204-F09E-9164-C72D-7361ADAF8CA2}"/>
                  </a:ext>
                </a:extLst>
              </p:cNvPr>
              <p:cNvSpPr/>
              <p:nvPr/>
            </p:nvSpPr>
            <p:spPr>
              <a:xfrm>
                <a:off x="8661399" y="1426489"/>
                <a:ext cx="934013" cy="230677"/>
              </a:xfrm>
              <a:prstGeom prst="round2DiagRect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noProof="0" dirty="0"/>
                  <a:t>Efficiency: </a:t>
                </a:r>
                <a14:m>
                  <m:oMath xmlns:m="http://schemas.openxmlformats.org/officeDocument/2006/math">
                    <m:r>
                      <a:rPr lang="en-US" sz="800" i="1" noProof="0" smtClean="0">
                        <a:latin typeface="Cambria Math" panose="02040503050406030204" pitchFamily="18" charset="0"/>
                      </a:rPr>
                      <m:t>52%</m:t>
                    </m:r>
                  </m:oMath>
                </a14:m>
                <a:endParaRPr lang="en-US" sz="1200" noProof="0" dirty="0"/>
              </a:p>
            </p:txBody>
          </p:sp>
        </mc:Choice>
        <mc:Fallback xmlns="">
          <p:sp>
            <p:nvSpPr>
              <p:cNvPr id="7" name="Rectangle: Diagonal Corners Rounded 6">
                <a:extLst>
                  <a:ext uri="{FF2B5EF4-FFF2-40B4-BE49-F238E27FC236}">
                    <a16:creationId xmlns:a16="http://schemas.microsoft.com/office/drawing/2014/main" id="{80144204-F09E-9164-C72D-7361ADAF8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99" y="1426489"/>
                <a:ext cx="934013" cy="230677"/>
              </a:xfrm>
              <a:prstGeom prst="round2Diag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ttore dritto 5">
            <a:extLst>
              <a:ext uri="{FF2B5EF4-FFF2-40B4-BE49-F238E27FC236}">
                <a16:creationId xmlns:a16="http://schemas.microsoft.com/office/drawing/2014/main" id="{C61C0A75-07EF-58D5-B584-8117C65C9312}"/>
              </a:ext>
            </a:extLst>
          </p:cNvPr>
          <p:cNvCxnSpPr>
            <a:cxnSpLocks/>
          </p:cNvCxnSpPr>
          <p:nvPr/>
        </p:nvCxnSpPr>
        <p:spPr>
          <a:xfrm>
            <a:off x="6044592" y="2818118"/>
            <a:ext cx="50864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id="{06FF878A-5D87-8B19-81DC-06F30AFABEA7}"/>
              </a:ext>
            </a:extLst>
          </p:cNvPr>
          <p:cNvSpPr/>
          <p:nvPr/>
        </p:nvSpPr>
        <p:spPr>
          <a:xfrm>
            <a:off x="9213448" y="2141316"/>
            <a:ext cx="381965" cy="230677"/>
          </a:xfrm>
          <a:prstGeom prst="round2Diag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Rectangle: Diagonal Corners Rounded 42">
            <a:extLst>
              <a:ext uri="{FF2B5EF4-FFF2-40B4-BE49-F238E27FC236}">
                <a16:creationId xmlns:a16="http://schemas.microsoft.com/office/drawing/2014/main" id="{47288FD8-769E-3F96-1C09-F8B3ABB7F4B3}"/>
              </a:ext>
            </a:extLst>
          </p:cNvPr>
          <p:cNvSpPr/>
          <p:nvPr/>
        </p:nvSpPr>
        <p:spPr>
          <a:xfrm>
            <a:off x="9312134" y="4913558"/>
            <a:ext cx="381965" cy="230677"/>
          </a:xfrm>
          <a:prstGeom prst="round2Diag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170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  <p:bldP spid="30" grpId="0"/>
      <p:bldP spid="31" grpId="0" build="allAtOnce"/>
      <p:bldP spid="32" grpId="0" build="allAtOnce"/>
      <p:bldP spid="34" grpId="0"/>
      <p:bldP spid="36" grpId="0"/>
      <p:bldGraphic spid="18" grpId="0">
        <p:bldAsOne/>
      </p:bldGraphic>
      <p:bldP spid="10" grpId="0" animBg="1"/>
      <p:bldGraphic spid="33" grpId="0">
        <p:bldAsOne/>
      </p:bldGraphic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0B9F-CA26-ACEA-FD3E-EF330BD5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8FFDD72E-4D94-8C55-8A2E-C56EBF7C81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BD9D1EE2-3998-D335-99B3-9E5F40460F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2918" y="-682408"/>
            <a:ext cx="7325784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09AC9DF-FA66-E849-2F80-1A52F5B0DC3C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6634844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latin typeface="Ubuntu Sans Mono SemiBold" panose="020B0309030602030204" pitchFamily="49" charset="0"/>
                <a:ea typeface="+mn-ea"/>
                <a:cs typeface="+mn-cs"/>
              </a:rPr>
              <a:t>.</a:t>
            </a:r>
            <a:r>
              <a:rPr lang="en-US" sz="3600" b="1" noProof="0" dirty="0" err="1">
                <a:latin typeface="Ubuntu Sans Mono SemiBold" panose="020B0309030602030204" pitchFamily="49" charset="0"/>
                <a:ea typeface="+mn-ea"/>
                <a:cs typeface="+mn-cs"/>
              </a:rPr>
              <a:t>hyperparametersAnalysis</a:t>
            </a:r>
            <a:endParaRPr lang="en-US" sz="3600" b="1" noProof="0" dirty="0">
              <a:latin typeface="Ubuntu Sans Mono SemiBold" panose="020B0309030602030204" pitchFamily="49" charset="0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48B0D7C-1509-2179-3CE6-F1BCD2DBD20A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DC664CA-64B9-9787-BEAF-B64C8D671779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F05AD21D-1907-9499-676E-B6FE6F3A0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F787CAF1-3157-4888-0318-05DE32DA3F10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DE1A63C-117A-1B48-0B70-DEF8AD289E2E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68736B03-20C0-EC99-930A-DB56E63F6BD0}"/>
              </a:ext>
            </a:extLst>
          </p:cNvPr>
          <p:cNvSpPr/>
          <p:nvPr/>
        </p:nvSpPr>
        <p:spPr>
          <a:xfrm>
            <a:off x="93279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riangolo rettangolo 2">
            <a:extLst>
              <a:ext uri="{FF2B5EF4-FFF2-40B4-BE49-F238E27FC236}">
                <a16:creationId xmlns:a16="http://schemas.microsoft.com/office/drawing/2014/main" id="{02B65021-FA44-A88A-3B77-26D1E9FF8BCA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ttangolo 5">
            <a:extLst>
              <a:ext uri="{FF2B5EF4-FFF2-40B4-BE49-F238E27FC236}">
                <a16:creationId xmlns:a16="http://schemas.microsoft.com/office/drawing/2014/main" id="{2D5A159A-9070-D309-08E6-17A125A4A09F}"/>
              </a:ext>
            </a:extLst>
          </p:cNvPr>
          <p:cNvSpPr/>
          <p:nvPr/>
        </p:nvSpPr>
        <p:spPr>
          <a:xfrm rot="10590317">
            <a:off x="653080" y="6415847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62A5422-C0BB-2768-0702-07DF15BF9537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sp>
        <p:nvSpPr>
          <p:cNvPr id="4" name="Triangolo rettangolo 2">
            <a:extLst>
              <a:ext uri="{FF2B5EF4-FFF2-40B4-BE49-F238E27FC236}">
                <a16:creationId xmlns:a16="http://schemas.microsoft.com/office/drawing/2014/main" id="{A85A11D6-3887-FB68-B2DC-36A35AE5B4D1}"/>
              </a:ext>
            </a:extLst>
          </p:cNvPr>
          <p:cNvSpPr/>
          <p:nvPr/>
        </p:nvSpPr>
        <p:spPr>
          <a:xfrm rot="5400000">
            <a:off x="515714" y="6352132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ttangolo 5">
            <a:extLst>
              <a:ext uri="{FF2B5EF4-FFF2-40B4-BE49-F238E27FC236}">
                <a16:creationId xmlns:a16="http://schemas.microsoft.com/office/drawing/2014/main" id="{3D9F894A-A864-D4DC-F59B-297E8372D4FC}"/>
              </a:ext>
            </a:extLst>
          </p:cNvPr>
          <p:cNvSpPr/>
          <p:nvPr/>
        </p:nvSpPr>
        <p:spPr>
          <a:xfrm rot="16200000">
            <a:off x="542286" y="6049468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A91D216E-BCD5-6FAB-7BED-10F8244E2045}"/>
              </a:ext>
            </a:extLst>
          </p:cNvPr>
          <p:cNvGrpSpPr/>
          <p:nvPr/>
        </p:nvGrpSpPr>
        <p:grpSpPr>
          <a:xfrm>
            <a:off x="8343245" y="1220290"/>
            <a:ext cx="2821674" cy="727565"/>
            <a:chOff x="8137364" y="1144090"/>
            <a:chExt cx="2821674" cy="727565"/>
          </a:xfrm>
        </p:grpSpPr>
        <p:pic>
          <p:nvPicPr>
            <p:cNvPr id="20" name="!!Graphic 9" descr="Forest scene with solid fill">
              <a:extLst>
                <a:ext uri="{FF2B5EF4-FFF2-40B4-BE49-F238E27FC236}">
                  <a16:creationId xmlns:a16="http://schemas.microsoft.com/office/drawing/2014/main" id="{AEFC9D7C-427A-BAB1-783B-3AFB72CBE4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37364" y="1144090"/>
              <a:ext cx="646331" cy="6265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18">
                  <a:extLst>
                    <a:ext uri="{FF2B5EF4-FFF2-40B4-BE49-F238E27FC236}">
                      <a16:creationId xmlns:a16="http://schemas.microsoft.com/office/drawing/2014/main" id="{1CE45F17-8C7E-3F85-FDF8-5429FE449E98}"/>
                    </a:ext>
                  </a:extLst>
                </p:cNvPr>
                <p:cNvSpPr txBox="1"/>
                <p:nvPr/>
              </p:nvSpPr>
              <p:spPr>
                <a:xfrm>
                  <a:off x="9010075" y="1502323"/>
                  <a:ext cx="12778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: 10, 100 </m:t>
                        </m:r>
                      </m:oMath>
                    </m:oMathPara>
                  </a14:m>
                  <a:endParaRPr lang="en-US" noProof="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18">
                  <a:extLst>
                    <a:ext uri="{FF2B5EF4-FFF2-40B4-BE49-F238E27FC236}">
                      <a16:creationId xmlns:a16="http://schemas.microsoft.com/office/drawing/2014/main" id="{1CE45F17-8C7E-3F85-FDF8-5429FE449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0075" y="1502323"/>
                  <a:ext cx="127784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8">
              <a:extLst>
                <a:ext uri="{FF2B5EF4-FFF2-40B4-BE49-F238E27FC236}">
                  <a16:creationId xmlns:a16="http://schemas.microsoft.com/office/drawing/2014/main" id="{03EFA8EA-0CCE-B80C-3F26-E3813AD7848D}"/>
                </a:ext>
              </a:extLst>
            </p:cNvPr>
            <p:cNvSpPr txBox="1"/>
            <p:nvPr/>
          </p:nvSpPr>
          <p:spPr>
            <a:xfrm>
              <a:off x="9010076" y="1154364"/>
              <a:ext cx="1948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  <a:latin typeface="Ubuntu Sans SemiBold"/>
                </a:rPr>
                <a:t>ENSEMBLE SIZE</a:t>
              </a:r>
            </a:p>
          </p:txBody>
        </p:sp>
      </p:grpSp>
      <p:grpSp>
        <p:nvGrpSpPr>
          <p:cNvPr id="75" name="Gruppo 74">
            <a:extLst>
              <a:ext uri="{FF2B5EF4-FFF2-40B4-BE49-F238E27FC236}">
                <a16:creationId xmlns:a16="http://schemas.microsoft.com/office/drawing/2014/main" id="{EFCF11E4-E10D-ED45-1404-B8EF3C9EFDF8}"/>
              </a:ext>
            </a:extLst>
          </p:cNvPr>
          <p:cNvGrpSpPr/>
          <p:nvPr/>
        </p:nvGrpSpPr>
        <p:grpSpPr>
          <a:xfrm>
            <a:off x="8339844" y="2176398"/>
            <a:ext cx="3364935" cy="1066530"/>
            <a:chOff x="8339844" y="2503779"/>
            <a:chExt cx="3364935" cy="10665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18">
                  <a:extLst>
                    <a:ext uri="{FF2B5EF4-FFF2-40B4-BE49-F238E27FC236}">
                      <a16:creationId xmlns:a16="http://schemas.microsoft.com/office/drawing/2014/main" id="{C2390482-377F-0989-42C1-1B9E3316A678}"/>
                    </a:ext>
                  </a:extLst>
                </p:cNvPr>
                <p:cNvSpPr txBox="1"/>
                <p:nvPr/>
              </p:nvSpPr>
              <p:spPr>
                <a:xfrm>
                  <a:off x="9215956" y="3142563"/>
                  <a:ext cx="2488823" cy="4277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 60</m:t>
                        </m:r>
                        <m:r>
                          <m:rPr>
                            <m:nor/>
                          </m:rPr>
                          <a:rPr lang="en-US" i="0" noProof="0" smtClean="0">
                            <a:solidFill>
                              <a:schemeClr val="bg1"/>
                            </a:solidFill>
                          </a:rPr>
                          <m:t>%,</m:t>
                        </m:r>
                        <m:r>
                          <a:rPr lang="en-US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ad>
                          <m:radPr>
                            <m:degHide m:val="on"/>
                            <m:ctrlPr>
                              <a:rPr lang="en-US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 </m:t>
                            </m:r>
                            <m:r>
                              <a:rPr lang="en-US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𝑓𝑒𝑎𝑡𝑢𝑟𝑒𝑠</m:t>
                            </m:r>
                            <m:r>
                              <a:rPr lang="en-US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oMath>
                    </m:oMathPara>
                  </a14:m>
                  <a:endParaRPr lang="en-US" noProof="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18">
                  <a:extLst>
                    <a:ext uri="{FF2B5EF4-FFF2-40B4-BE49-F238E27FC236}">
                      <a16:creationId xmlns:a16="http://schemas.microsoft.com/office/drawing/2014/main" id="{C2390482-377F-0989-42C1-1B9E3316A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5956" y="3142563"/>
                  <a:ext cx="2488823" cy="427746"/>
                </a:xfrm>
                <a:prstGeom prst="rect">
                  <a:avLst/>
                </a:prstGeom>
                <a:blipFill>
                  <a:blip r:embed="rId8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28">
              <a:extLst>
                <a:ext uri="{FF2B5EF4-FFF2-40B4-BE49-F238E27FC236}">
                  <a16:creationId xmlns:a16="http://schemas.microsoft.com/office/drawing/2014/main" id="{BCC40F80-2C60-F0B1-1FF4-C57AD08E84FB}"/>
                </a:ext>
              </a:extLst>
            </p:cNvPr>
            <p:cNvSpPr txBox="1"/>
            <p:nvPr/>
          </p:nvSpPr>
          <p:spPr>
            <a:xfrm>
              <a:off x="9215957" y="2503779"/>
              <a:ext cx="23494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noProof="0" dirty="0">
                  <a:solidFill>
                    <a:schemeClr val="bg1"/>
                  </a:solidFill>
                  <a:latin typeface="Ubuntu Sans SemiBold"/>
                </a:rPr>
                <a:t>FEATURE PATCH SIZE</a:t>
              </a:r>
            </a:p>
          </p:txBody>
        </p:sp>
        <p:pic>
          <p:nvPicPr>
            <p:cNvPr id="44" name="Graphic 12" descr="Plant with solid fill">
              <a:extLst>
                <a:ext uri="{FF2B5EF4-FFF2-40B4-BE49-F238E27FC236}">
                  <a16:creationId xmlns:a16="http://schemas.microsoft.com/office/drawing/2014/main" id="{2159FAE9-E42D-6345-3F32-4C907E27E9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39844" y="2518315"/>
              <a:ext cx="619256" cy="576840"/>
            </a:xfrm>
            <a:prstGeom prst="rect">
              <a:avLst/>
            </a:prstGeom>
          </p:spPr>
        </p:pic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4626E3A8-1D92-8451-4D25-A989DE4501B9}"/>
              </a:ext>
            </a:extLst>
          </p:cNvPr>
          <p:cNvGrpSpPr/>
          <p:nvPr/>
        </p:nvGrpSpPr>
        <p:grpSpPr>
          <a:xfrm>
            <a:off x="8370601" y="3400552"/>
            <a:ext cx="3150980" cy="832018"/>
            <a:chOff x="8370601" y="3773089"/>
            <a:chExt cx="3150980" cy="832018"/>
          </a:xfrm>
        </p:grpSpPr>
        <p:grpSp>
          <p:nvGrpSpPr>
            <p:cNvPr id="45" name="Gruppo 44">
              <a:extLst>
                <a:ext uri="{FF2B5EF4-FFF2-40B4-BE49-F238E27FC236}">
                  <a16:creationId xmlns:a16="http://schemas.microsoft.com/office/drawing/2014/main" id="{1507C00B-37F9-6CBB-E66D-8DEE1D794FE2}"/>
                </a:ext>
              </a:extLst>
            </p:cNvPr>
            <p:cNvGrpSpPr/>
            <p:nvPr/>
          </p:nvGrpSpPr>
          <p:grpSpPr>
            <a:xfrm>
              <a:off x="9215956" y="3843134"/>
              <a:ext cx="2305625" cy="761973"/>
              <a:chOff x="9010075" y="1154364"/>
              <a:chExt cx="2305625" cy="7619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18">
                    <a:extLst>
                      <a:ext uri="{FF2B5EF4-FFF2-40B4-BE49-F238E27FC236}">
                        <a16:creationId xmlns:a16="http://schemas.microsoft.com/office/drawing/2014/main" id="{A26C61EE-F6EA-FCB4-3374-3FA211632DEB}"/>
                      </a:ext>
                    </a:extLst>
                  </p:cNvPr>
                  <p:cNvSpPr txBox="1"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9010075" y="1547005"/>
                    <a:ext cx="8554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1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 noProof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1, 6</m:t>
                          </m:r>
                        </m:oMath>
                      </m:oMathPara>
                    </a14:m>
                    <a:endParaRPr lang="en-US" noProof="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TextBox 18">
                    <a:extLst>
                      <a:ext uri="{FF2B5EF4-FFF2-40B4-BE49-F238E27FC236}">
                        <a16:creationId xmlns:a16="http://schemas.microsoft.com/office/drawing/2014/main" id="{A26C61EE-F6EA-FCB4-3374-3FA211632DEB}"/>
                      </a:ext>
                    </a:extLst>
                  </p:cNvPr>
                  <p:cNvSpPr txBox="1">
                    <a:spLocks noGrp="1"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10075" y="1547005"/>
                    <a:ext cx="85549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TextBox 28">
                <a:extLst>
                  <a:ext uri="{FF2B5EF4-FFF2-40B4-BE49-F238E27FC236}">
                    <a16:creationId xmlns:a16="http://schemas.microsoft.com/office/drawing/2014/main" id="{D3708FDE-B2DE-763C-3F26-7F160DE03DF3}"/>
                  </a:ext>
                </a:extLst>
              </p:cNvPr>
              <p:cNvSpPr txBox="1"/>
              <p:nvPr/>
            </p:nvSpPr>
            <p:spPr>
              <a:xfrm>
                <a:off x="9010075" y="1154364"/>
                <a:ext cx="2305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noProof="0" dirty="0">
                    <a:solidFill>
                      <a:schemeClr val="bg1"/>
                    </a:solidFill>
                    <a:latin typeface="Ubuntu Sans SemiBold"/>
                  </a:rPr>
                  <a:t>POISSON BAGGING</a:t>
                </a:r>
              </a:p>
            </p:txBody>
          </p:sp>
        </p:grpSp>
        <p:pic>
          <p:nvPicPr>
            <p:cNvPr id="54" name="Graphic 17" descr="Dice with solid fill">
              <a:extLst>
                <a:ext uri="{FF2B5EF4-FFF2-40B4-BE49-F238E27FC236}">
                  <a16:creationId xmlns:a16="http://schemas.microsoft.com/office/drawing/2014/main" id="{8A735CAE-1901-E9D5-28EE-E8F2BCEEC8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70601" y="3773089"/>
              <a:ext cx="611811" cy="611811"/>
            </a:xfrm>
            <a:prstGeom prst="rect">
              <a:avLst/>
            </a:prstGeom>
          </p:spPr>
        </p:pic>
      </p:grpSp>
      <p:sp>
        <p:nvSpPr>
          <p:cNvPr id="55" name="TextBox 37">
            <a:extLst>
              <a:ext uri="{FF2B5EF4-FFF2-40B4-BE49-F238E27FC236}">
                <a16:creationId xmlns:a16="http://schemas.microsoft.com/office/drawing/2014/main" id="{904C6C54-40FB-8652-8036-B379B08CE5D5}"/>
              </a:ext>
            </a:extLst>
          </p:cNvPr>
          <p:cNvSpPr txBox="1"/>
          <p:nvPr/>
        </p:nvSpPr>
        <p:spPr>
          <a:xfrm>
            <a:off x="883062" y="1278648"/>
            <a:ext cx="6789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Increasing tree count does not consistently optimize the accuracy-throughput trade-off.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9">
                <a:extLst>
                  <a:ext uri="{FF2B5EF4-FFF2-40B4-BE49-F238E27FC236}">
                    <a16:creationId xmlns:a16="http://schemas.microsoft.com/office/drawing/2014/main" id="{CA82A229-FCFB-510F-9C92-F00D37E9A1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421129"/>
                  </p:ext>
                </p:extLst>
              </p:nvPr>
            </p:nvGraphicFramePr>
            <p:xfrm>
              <a:off x="1653909" y="2190433"/>
              <a:ext cx="5061795" cy="1309920"/>
            </p:xfrm>
            <a:graphic>
              <a:graphicData uri="http://schemas.openxmlformats.org/drawingml/2006/table">
                <a:tbl>
                  <a:tblPr firstCol="1">
                    <a:tableStyleId>{2D5ABB26-0587-4C30-8999-92F81FD0307C}</a:tableStyleId>
                  </a:tblPr>
                  <a:tblGrid>
                    <a:gridCol w="1052245">
                      <a:extLst>
                        <a:ext uri="{9D8B030D-6E8A-4147-A177-3AD203B41FA5}">
                          <a16:colId xmlns:a16="http://schemas.microsoft.com/office/drawing/2014/main" val="187342901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1472503418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378155893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46620646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2160758651"/>
                        </a:ext>
                      </a:extLst>
                    </a:gridCol>
                  </a:tblGrid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>
                          <a:noFill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4497685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3540548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97.7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0" noProof="0" dirty="0">
                              <a:solidFill>
                                <a:schemeClr val="tx1"/>
                              </a:solidFill>
                              <a:latin typeface="Ubuntu Sans" pitchFamily="2" charset="0"/>
                            </a:rPr>
                            <a:t>99.2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98.8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16026763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84.2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94.8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82.5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94.8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9072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9">
                <a:extLst>
                  <a:ext uri="{FF2B5EF4-FFF2-40B4-BE49-F238E27FC236}">
                    <a16:creationId xmlns:a16="http://schemas.microsoft.com/office/drawing/2014/main" id="{CA82A229-FCFB-510F-9C92-F00D37E9A1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421129"/>
                  </p:ext>
                </p:extLst>
              </p:nvPr>
            </p:nvGraphicFramePr>
            <p:xfrm>
              <a:off x="1653909" y="2190433"/>
              <a:ext cx="5061795" cy="1309920"/>
            </p:xfrm>
            <a:graphic>
              <a:graphicData uri="http://schemas.openxmlformats.org/drawingml/2006/table">
                <a:tbl>
                  <a:tblPr firstCol="1">
                    <a:tableStyleId>{2D5ABB26-0587-4C30-8999-92F81FD0307C}</a:tableStyleId>
                  </a:tblPr>
                  <a:tblGrid>
                    <a:gridCol w="1052245">
                      <a:extLst>
                        <a:ext uri="{9D8B030D-6E8A-4147-A177-3AD203B41FA5}">
                          <a16:colId xmlns:a16="http://schemas.microsoft.com/office/drawing/2014/main" val="187342901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1472503418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378155893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46620646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2160758651"/>
                        </a:ext>
                      </a:extLst>
                    </a:gridCol>
                  </a:tblGrid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blipFill>
                          <a:blip r:embed="rId12"/>
                          <a:stretch>
                            <a:fillRect l="-52584" r="-100304" b="-31481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>
                          <a:noFill/>
                        </a:lnB>
                        <a:blipFill>
                          <a:blip r:embed="rId12"/>
                          <a:stretch>
                            <a:fillRect l="-152584" r="-304" b="-31481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4497685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07453" t="-100000" r="-309317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98810" t="-100000" r="-196429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11801" t="-100000" r="-104969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94643" t="-100000" r="-595" b="-2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540548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t="-200000" r="-380925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97.7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0" noProof="0" dirty="0">
                              <a:solidFill>
                                <a:schemeClr val="tx1"/>
                              </a:solidFill>
                              <a:latin typeface="Ubuntu Sans" pitchFamily="2" charset="0"/>
                            </a:rPr>
                            <a:t>99.2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98.8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16026763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2"/>
                          <a:stretch>
                            <a:fillRect t="-300000" r="-380925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84.2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94.8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82.5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94.8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90729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8" name="bagging title">
            <a:extLst>
              <a:ext uri="{FF2B5EF4-FFF2-40B4-BE49-F238E27FC236}">
                <a16:creationId xmlns:a16="http://schemas.microsoft.com/office/drawing/2014/main" id="{EF839472-03A5-0149-2DFB-8FA8A2C328B6}"/>
              </a:ext>
            </a:extLst>
          </p:cNvPr>
          <p:cNvSpPr txBox="1"/>
          <p:nvPr/>
        </p:nvSpPr>
        <p:spPr>
          <a:xfrm rot="16200000">
            <a:off x="390737" y="2684244"/>
            <a:ext cx="1365826" cy="322298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/>
                </a:solidFill>
                <a:latin typeface="Ubuntu Sans SemiBold" pitchFamily="2" charset="0"/>
              </a:rPr>
              <a:t>ADS</a:t>
            </a:r>
          </a:p>
        </p:txBody>
      </p:sp>
      <p:sp>
        <p:nvSpPr>
          <p:cNvPr id="61" name="TESTO ARF">
            <a:extLst>
              <a:ext uri="{FF2B5EF4-FFF2-40B4-BE49-F238E27FC236}">
                <a16:creationId xmlns:a16="http://schemas.microsoft.com/office/drawing/2014/main" id="{D2EC086D-FE43-5306-9F54-F108F6F98F44}"/>
              </a:ext>
            </a:extLst>
          </p:cNvPr>
          <p:cNvSpPr txBox="1"/>
          <p:nvPr/>
        </p:nvSpPr>
        <p:spPr>
          <a:xfrm>
            <a:off x="1669335" y="5618348"/>
            <a:ext cx="52190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noProof="0" dirty="0">
                <a:solidFill>
                  <a:schemeClr val="bg1">
                    <a:lumMod val="50000"/>
                  </a:schemeClr>
                </a:solidFill>
                <a:latin typeface="Ubuntu Sans Mono" panose="020B0309030602030204" pitchFamily="49" charset="0"/>
              </a:rPr>
              <a:t>ADS and LEG(g): scores in the full hyperparameter space</a:t>
            </a:r>
          </a:p>
        </p:txBody>
      </p:sp>
      <p:sp>
        <p:nvSpPr>
          <p:cNvPr id="63" name="bagging title">
            <a:extLst>
              <a:ext uri="{FF2B5EF4-FFF2-40B4-BE49-F238E27FC236}">
                <a16:creationId xmlns:a16="http://schemas.microsoft.com/office/drawing/2014/main" id="{14E8326E-C307-E706-6CE9-2F031F46B1F7}"/>
              </a:ext>
            </a:extLst>
          </p:cNvPr>
          <p:cNvSpPr txBox="1"/>
          <p:nvPr/>
        </p:nvSpPr>
        <p:spPr>
          <a:xfrm rot="16200000">
            <a:off x="390737" y="4352177"/>
            <a:ext cx="1365826" cy="322298"/>
          </a:xfrm>
          <a:prstGeom prst="roundRect">
            <a:avLst>
              <a:gd name="adj" fmla="val 21049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noProof="0" dirty="0">
                <a:solidFill>
                  <a:schemeClr val="tx1"/>
                </a:solidFill>
                <a:latin typeface="Ubuntu Sans SemiBold" pitchFamily="2" charset="0"/>
              </a:rPr>
              <a:t>LEG(g)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0" name="Table 59">
                <a:extLst>
                  <a:ext uri="{FF2B5EF4-FFF2-40B4-BE49-F238E27FC236}">
                    <a16:creationId xmlns:a16="http://schemas.microsoft.com/office/drawing/2014/main" id="{7994A41F-D428-38CA-6B19-885D252B55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099247"/>
                  </p:ext>
                </p:extLst>
              </p:nvPr>
            </p:nvGraphicFramePr>
            <p:xfrm>
              <a:off x="1653909" y="3841433"/>
              <a:ext cx="5061795" cy="1309920"/>
            </p:xfrm>
            <a:graphic>
              <a:graphicData uri="http://schemas.openxmlformats.org/drawingml/2006/table">
                <a:tbl>
                  <a:tblPr firstCol="1">
                    <a:tableStyleId>{2D5ABB26-0587-4C30-8999-92F81FD0307C}</a:tableStyleId>
                  </a:tblPr>
                  <a:tblGrid>
                    <a:gridCol w="1052245">
                      <a:extLst>
                        <a:ext uri="{9D8B030D-6E8A-4147-A177-3AD203B41FA5}">
                          <a16:colId xmlns:a16="http://schemas.microsoft.com/office/drawing/2014/main" val="187342901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1472503418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378155893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46620646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2160758651"/>
                        </a:ext>
                      </a:extLst>
                    </a:gridCol>
                  </a:tblGrid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>
                          <a:noFill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4497685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𝐦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400" b="1" i="0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1400" b="1" noProof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3540548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91.0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0" noProof="0" dirty="0">
                              <a:solidFill>
                                <a:schemeClr val="tx1"/>
                              </a:solidFill>
                              <a:latin typeface="Ubuntu Sans" pitchFamily="2" charset="0"/>
                            </a:rPr>
                            <a:t>99.0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81.4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92.3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16026763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noProof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US" sz="1400" noProof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77.0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79.0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75.9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76.8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9072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0" name="Table 59">
                <a:extLst>
                  <a:ext uri="{FF2B5EF4-FFF2-40B4-BE49-F238E27FC236}">
                    <a16:creationId xmlns:a16="http://schemas.microsoft.com/office/drawing/2014/main" id="{7994A41F-D428-38CA-6B19-885D252B55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099247"/>
                  </p:ext>
                </p:extLst>
              </p:nvPr>
            </p:nvGraphicFramePr>
            <p:xfrm>
              <a:off x="1653909" y="3841433"/>
              <a:ext cx="5061795" cy="1309920"/>
            </p:xfrm>
            <a:graphic>
              <a:graphicData uri="http://schemas.openxmlformats.org/drawingml/2006/table">
                <a:tbl>
                  <a:tblPr firstCol="1">
                    <a:tableStyleId>{2D5ABB26-0587-4C30-8999-92F81FD0307C}</a:tableStyleId>
                  </a:tblPr>
                  <a:tblGrid>
                    <a:gridCol w="1052245">
                      <a:extLst>
                        <a:ext uri="{9D8B030D-6E8A-4147-A177-3AD203B41FA5}">
                          <a16:colId xmlns:a16="http://schemas.microsoft.com/office/drawing/2014/main" val="187342901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1472503418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3781558933"/>
                        </a:ext>
                      </a:extLst>
                    </a:gridCol>
                    <a:gridCol w="983730">
                      <a:extLst>
                        <a:ext uri="{9D8B030D-6E8A-4147-A177-3AD203B41FA5}">
                          <a16:colId xmlns:a16="http://schemas.microsoft.com/office/drawing/2014/main" val="46620646"/>
                        </a:ext>
                      </a:extLst>
                    </a:gridCol>
                    <a:gridCol w="1021045">
                      <a:extLst>
                        <a:ext uri="{9D8B030D-6E8A-4147-A177-3AD203B41FA5}">
                          <a16:colId xmlns:a16="http://schemas.microsoft.com/office/drawing/2014/main" val="2160758651"/>
                        </a:ext>
                      </a:extLst>
                    </a:gridCol>
                  </a:tblGrid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blipFill>
                          <a:blip r:embed="rId13"/>
                          <a:stretch>
                            <a:fillRect l="-52584" r="-100304" b="-31481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>
                          <a:noFill/>
                        </a:lnB>
                        <a:blipFill>
                          <a:blip r:embed="rId13"/>
                          <a:stretch>
                            <a:fillRect l="-152584" r="-304" b="-31481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4497685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07453" t="-100000" r="-309317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98810" t="-100000" r="-196429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>
                          <a:noFill/>
                        </a:lnT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311801" t="-100000" r="-104969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394643" t="-100000" r="-595" b="-2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540548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3"/>
                          <a:stretch>
                            <a:fillRect t="-200000" r="-380925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91.0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0" noProof="0" dirty="0">
                              <a:solidFill>
                                <a:schemeClr val="tx1"/>
                              </a:solidFill>
                              <a:latin typeface="Ubuntu Sans" pitchFamily="2" charset="0"/>
                            </a:rPr>
                            <a:t>99.0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81.4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92.3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916026763"/>
                      </a:ext>
                    </a:extLst>
                  </a:tr>
                  <a:tr h="32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3"/>
                          <a:stretch>
                            <a:fillRect t="-300000" r="-380925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77.0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79.0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75.9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noProof="0" dirty="0">
                              <a:solidFill>
                                <a:schemeClr val="tx1"/>
                              </a:solidFill>
                            </a:rPr>
                            <a:t>76.8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907299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8" name="Gruppo 87">
            <a:extLst>
              <a:ext uri="{FF2B5EF4-FFF2-40B4-BE49-F238E27FC236}">
                <a16:creationId xmlns:a16="http://schemas.microsoft.com/office/drawing/2014/main" id="{9D8691D5-F507-10FA-154C-D381FAD87E6D}"/>
              </a:ext>
            </a:extLst>
          </p:cNvPr>
          <p:cNvGrpSpPr/>
          <p:nvPr/>
        </p:nvGrpSpPr>
        <p:grpSpPr>
          <a:xfrm>
            <a:off x="7310248" y="4895592"/>
            <a:ext cx="2531855" cy="1321066"/>
            <a:chOff x="7310248" y="4895592"/>
            <a:chExt cx="2531855" cy="1321066"/>
          </a:xfrm>
        </p:grpSpPr>
        <p:grpSp>
          <p:nvGrpSpPr>
            <p:cNvPr id="86" name="Gruppo 85">
              <a:extLst>
                <a:ext uri="{FF2B5EF4-FFF2-40B4-BE49-F238E27FC236}">
                  <a16:creationId xmlns:a16="http://schemas.microsoft.com/office/drawing/2014/main" id="{7D8E96B8-2A86-6076-224A-B49A862DA242}"/>
                </a:ext>
              </a:extLst>
            </p:cNvPr>
            <p:cNvGrpSpPr/>
            <p:nvPr/>
          </p:nvGrpSpPr>
          <p:grpSpPr>
            <a:xfrm>
              <a:off x="7310248" y="4895592"/>
              <a:ext cx="2531855" cy="1321066"/>
              <a:chOff x="7310248" y="4895592"/>
              <a:chExt cx="2531855" cy="1321066"/>
            </a:xfrm>
          </p:grpSpPr>
          <p:grpSp>
            <p:nvGrpSpPr>
              <p:cNvPr id="85" name="Gruppo 84">
                <a:extLst>
                  <a:ext uri="{FF2B5EF4-FFF2-40B4-BE49-F238E27FC236}">
                    <a16:creationId xmlns:a16="http://schemas.microsoft.com/office/drawing/2014/main" id="{59742133-1D42-9E30-D51B-16D58AEB51EF}"/>
                  </a:ext>
                </a:extLst>
              </p:cNvPr>
              <p:cNvGrpSpPr/>
              <p:nvPr/>
            </p:nvGrpSpPr>
            <p:grpSpPr>
              <a:xfrm>
                <a:off x="7310248" y="4895592"/>
                <a:ext cx="2531855" cy="1321066"/>
                <a:chOff x="7310248" y="4895592"/>
                <a:chExt cx="2531855" cy="1321066"/>
              </a:xfrm>
            </p:grpSpPr>
            <p:sp>
              <p:nvSpPr>
                <p:cNvPr id="72" name="Rectangle: Rounded Corners 21">
                  <a:extLst>
                    <a:ext uri="{FF2B5EF4-FFF2-40B4-BE49-F238E27FC236}">
                      <a16:creationId xmlns:a16="http://schemas.microsoft.com/office/drawing/2014/main" id="{59455D6E-D487-C1C1-8A35-D75EAB1DCDF6}"/>
                    </a:ext>
                  </a:extLst>
                </p:cNvPr>
                <p:cNvSpPr/>
                <p:nvPr/>
              </p:nvSpPr>
              <p:spPr>
                <a:xfrm>
                  <a:off x="7310248" y="4895592"/>
                  <a:ext cx="2531855" cy="1321066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81" name="CasellaDiTesto 80">
                  <a:extLst>
                    <a:ext uri="{FF2B5EF4-FFF2-40B4-BE49-F238E27FC236}">
                      <a16:creationId xmlns:a16="http://schemas.microsoft.com/office/drawing/2014/main" id="{9F1E20FB-FDCF-293E-0774-59C5AE450B65}"/>
                    </a:ext>
                  </a:extLst>
                </p:cNvPr>
                <p:cNvSpPr txBox="1"/>
                <p:nvPr/>
              </p:nvSpPr>
              <p:spPr>
                <a:xfrm>
                  <a:off x="7883672" y="5028361"/>
                  <a:ext cx="1393372" cy="3357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noProof="0" dirty="0">
                      <a:solidFill>
                        <a:schemeClr val="tx1"/>
                      </a:solidFill>
                    </a:rPr>
                    <a:t>SCORE</a:t>
                  </a:r>
                  <a:endParaRPr lang="en-US" noProof="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score">
                    <a:extLst>
                      <a:ext uri="{FF2B5EF4-FFF2-40B4-BE49-F238E27FC236}">
                        <a16:creationId xmlns:a16="http://schemas.microsoft.com/office/drawing/2014/main" id="{488A547A-4FAF-6B1A-ABBB-FBCB2DE25155}"/>
                      </a:ext>
                    </a:extLst>
                  </p:cNvPr>
                  <p:cNvSpPr txBox="1"/>
                  <p:nvPr/>
                </p:nvSpPr>
                <p:spPr>
                  <a:xfrm>
                    <a:off x="7702554" y="5460972"/>
                    <a:ext cx="1755609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1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𝟕𝟓</m:t>
                        </m:r>
                        <m:r>
                          <a:rPr lang="en-US" sz="1600" b="1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a14:m>
                    <a:r>
                      <a:rPr lang="en-US" sz="1600" b="1" noProof="0" dirty="0">
                        <a:solidFill>
                          <a:schemeClr val="tx1"/>
                        </a:solidFill>
                        <a:latin typeface="Ubuntu Sans SemiBold" pitchFamily="2" charset="0"/>
                      </a:rPr>
                      <a:t> accuracy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1600" b="1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lang="en-US" sz="1600" b="1" i="0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a14:m>
                    <a:r>
                      <a:rPr lang="en-US" sz="1600" b="1" noProof="0" dirty="0">
                        <a:solidFill>
                          <a:schemeClr val="tx1"/>
                        </a:solidFill>
                        <a:latin typeface="Ubuntu Sans SemiBold" pitchFamily="2" charset="0"/>
                      </a:rPr>
                      <a:t> throughput</a:t>
                    </a:r>
                  </a:p>
                </p:txBody>
              </p:sp>
            </mc:Choice>
            <mc:Fallback xmlns="">
              <p:sp>
                <p:nvSpPr>
                  <p:cNvPr id="34" name="score">
                    <a:extLst>
                      <a:ext uri="{FF2B5EF4-FFF2-40B4-BE49-F238E27FC236}">
                        <a16:creationId xmlns:a16="http://schemas.microsoft.com/office/drawing/2014/main" id="{488A547A-4FAF-6B1A-ABBB-FBCB2DE251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2554" y="5460972"/>
                    <a:ext cx="1755609" cy="58477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3125" r="-347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7" name="Connettore dritto 86">
              <a:extLst>
                <a:ext uri="{FF2B5EF4-FFF2-40B4-BE49-F238E27FC236}">
                  <a16:creationId xmlns:a16="http://schemas.microsoft.com/office/drawing/2014/main" id="{D50F7113-FCC8-55F5-2189-522481A2ECB5}"/>
                </a:ext>
              </a:extLst>
            </p:cNvPr>
            <p:cNvCxnSpPr>
              <a:cxnSpLocks/>
            </p:cNvCxnSpPr>
            <p:nvPr/>
          </p:nvCxnSpPr>
          <p:spPr>
            <a:xfrm>
              <a:off x="7779993" y="5428264"/>
              <a:ext cx="1600730" cy="0"/>
            </a:xfrm>
            <a:prstGeom prst="line">
              <a:avLst/>
            </a:prstGeom>
            <a:ln w="9525">
              <a:solidFill>
                <a:schemeClr val="tx2">
                  <a:lumMod val="75000"/>
                  <a:lumOff val="2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498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50"/>
                            </p:stCondLst>
                            <p:childTnLst>
                              <p:par>
                                <p:cTn id="3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4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950"/>
                            </p:stCondLst>
                            <p:childTnLst>
                              <p:par>
                                <p:cTn id="4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45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950"/>
                            </p:stCondLst>
                            <p:childTnLst>
                              <p:par>
                                <p:cTn id="5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animBg="1"/>
      <p:bldP spid="55" grpId="0"/>
      <p:bldP spid="58" grpId="0"/>
      <p:bldP spid="61" grpId="0"/>
      <p:bldP spid="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ED8432-43E1-64D1-6FF7-2FA899E1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83E762B0-D9E0-71A6-F45B-697C724EDE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88DF4FC-8165-A271-F436-79C88934D758}"/>
              </a:ext>
            </a:extLst>
          </p:cNvPr>
          <p:cNvSpPr>
            <a:spLocks/>
          </p:cNvSpPr>
          <p:nvPr/>
        </p:nvSpPr>
        <p:spPr>
          <a:xfrm>
            <a:off x="638862" y="1366677"/>
            <a:ext cx="5457137" cy="4543548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C53"/>
              </a:solidFill>
              <a:effectLst/>
              <a:uLnTx/>
              <a:uFillTx/>
              <a:latin typeface="Ubuntu Sans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B722B-1679-8259-127C-0AB84B9F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21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88C0A44-7BF3-B858-870C-6DA4B61A6B3C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73430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conclusions</a:t>
            </a:r>
          </a:p>
        </p:txBody>
      </p:sp>
      <p:sp>
        <p:nvSpPr>
          <p:cNvPr id="64" name="Google Shape;125;p16">
            <a:extLst>
              <a:ext uri="{FF2B5EF4-FFF2-40B4-BE49-F238E27FC236}">
                <a16:creationId xmlns:a16="http://schemas.microsoft.com/office/drawing/2014/main" id="{7AD975B8-400A-BC19-85A2-149BD7C662E2}"/>
              </a:ext>
            </a:extLst>
          </p:cNvPr>
          <p:cNvSpPr txBox="1"/>
          <p:nvPr/>
        </p:nvSpPr>
        <p:spPr>
          <a:xfrm>
            <a:off x="996340" y="1706413"/>
            <a:ext cx="28669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noProof="0" dirty="0">
                <a:latin typeface="Ubuntu Sans" pitchFamily="2" charset="0"/>
                <a:ea typeface="Poppins"/>
                <a:cs typeface="Poppins"/>
                <a:sym typeface="Poppins"/>
              </a:rPr>
              <a:t>FUTURE WORKS</a:t>
            </a:r>
            <a:endParaRPr lang="en-US" sz="3200" b="1" noProof="0" dirty="0">
              <a:latin typeface="Ubuntu Sans" pitchFamily="2" charset="0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D761B41A-40A3-6A10-DCAB-B1E295B1648B}"/>
              </a:ext>
            </a:extLst>
          </p:cNvPr>
          <p:cNvGrpSpPr/>
          <p:nvPr/>
        </p:nvGrpSpPr>
        <p:grpSpPr>
          <a:xfrm>
            <a:off x="1881242" y="3041718"/>
            <a:ext cx="3290685" cy="677108"/>
            <a:chOff x="1593965" y="2947346"/>
            <a:chExt cx="3290685" cy="67710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D5989E1-B23B-D8B3-0B1C-548ED0AEFAA6}"/>
                </a:ext>
              </a:extLst>
            </p:cNvPr>
            <p:cNvSpPr txBox="1"/>
            <p:nvPr/>
          </p:nvSpPr>
          <p:spPr>
            <a:xfrm>
              <a:off x="2075339" y="2947346"/>
              <a:ext cx="2809311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Ubuntu Sans" pitchFamily="2" charset="0"/>
                </a:rPr>
                <a:t>Vertical</a:t>
              </a:r>
              <a:endPara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Ubuntu Sans" pitchFamily="2" charset="0"/>
              </a:endParaRPr>
            </a:p>
            <a:p>
              <a:pPr lvl="0">
                <a:defRPr/>
              </a:pPr>
              <a:r>
                <a:rPr lang="en-US" noProof="0" dirty="0">
                  <a:solidFill>
                    <a:srgbClr val="102C53"/>
                  </a:solidFill>
                  <a:latin typeface="Ubuntu Sans"/>
                </a:rPr>
                <a:t>VHT as base learner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02C53"/>
                </a:solidFill>
                <a:effectLst/>
                <a:uLnTx/>
                <a:uFillTx/>
                <a:latin typeface="Ubuntu Sans"/>
                <a:ea typeface="+mn-ea"/>
                <a:cs typeface="+mn-cs"/>
              </a:endParaRPr>
            </a:p>
          </p:txBody>
        </p:sp>
        <p:cxnSp>
          <p:nvCxnSpPr>
            <p:cNvPr id="11" name="Connettore diritto a freccia 10">
              <a:extLst>
                <a:ext uri="{FF2B5EF4-FFF2-40B4-BE49-F238E27FC236}">
                  <a16:creationId xmlns:a16="http://schemas.microsoft.com/office/drawing/2014/main" id="{39CBF210-C4D1-38E4-5835-D097BC8016B2}"/>
                </a:ext>
              </a:extLst>
            </p:cNvPr>
            <p:cNvCxnSpPr>
              <a:cxnSpLocks/>
            </p:cNvCxnSpPr>
            <p:nvPr/>
          </p:nvCxnSpPr>
          <p:spPr>
            <a:xfrm>
              <a:off x="1593965" y="3002485"/>
              <a:ext cx="0" cy="511272"/>
            </a:xfrm>
            <a:prstGeom prst="straightConnector1">
              <a:avLst/>
            </a:prstGeom>
            <a:ln w="25400">
              <a:headEnd type="triangle" w="lg" len="med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5692F746-C32A-9350-3B73-92C4337A5498}"/>
              </a:ext>
            </a:extLst>
          </p:cNvPr>
          <p:cNvGrpSpPr/>
          <p:nvPr/>
        </p:nvGrpSpPr>
        <p:grpSpPr>
          <a:xfrm>
            <a:off x="1633451" y="3839160"/>
            <a:ext cx="3552331" cy="677108"/>
            <a:chOff x="1332319" y="3744788"/>
            <a:chExt cx="3552331" cy="677108"/>
          </a:xfrm>
        </p:grpSpPr>
        <p:sp>
          <p:nvSpPr>
            <p:cNvPr id="18" name="TextBox 69">
              <a:extLst>
                <a:ext uri="{FF2B5EF4-FFF2-40B4-BE49-F238E27FC236}">
                  <a16:creationId xmlns:a16="http://schemas.microsoft.com/office/drawing/2014/main" id="{74DC4272-E1DA-2AB9-9BF4-1D0B6C307C8D}"/>
                </a:ext>
              </a:extLst>
            </p:cNvPr>
            <p:cNvSpPr txBox="1"/>
            <p:nvPr/>
          </p:nvSpPr>
          <p:spPr>
            <a:xfrm>
              <a:off x="2075339" y="3744788"/>
              <a:ext cx="2809311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Ubuntu Sans" pitchFamily="2" charset="0"/>
                </a:rPr>
                <a:t>Horizontal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noProof="0" dirty="0">
                  <a:solidFill>
                    <a:srgbClr val="102C53"/>
                  </a:solidFill>
                  <a:latin typeface="Ubuntu Sans"/>
                </a:rPr>
                <a:t>Background learner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02C53"/>
                </a:solidFill>
                <a:effectLst/>
                <a:uLnTx/>
                <a:uFillTx/>
                <a:latin typeface="Ubuntu Sans"/>
                <a:ea typeface="+mn-ea"/>
                <a:cs typeface="+mn-cs"/>
              </a:endParaRPr>
            </a:p>
          </p:txBody>
        </p:sp>
        <p:cxnSp>
          <p:nvCxnSpPr>
            <p:cNvPr id="19" name="Connettore diritto a freccia 18">
              <a:extLst>
                <a:ext uri="{FF2B5EF4-FFF2-40B4-BE49-F238E27FC236}">
                  <a16:creationId xmlns:a16="http://schemas.microsoft.com/office/drawing/2014/main" id="{8930F341-E310-A871-7675-53DDD3FE821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87955" y="3799927"/>
              <a:ext cx="0" cy="511272"/>
            </a:xfrm>
            <a:prstGeom prst="straightConnector1">
              <a:avLst/>
            </a:prstGeom>
            <a:ln w="25400">
              <a:headEnd type="triangle" w="lg" len="med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A5D15DB0-B198-0C38-8005-9AEBB3BFF6C4}"/>
              </a:ext>
            </a:extLst>
          </p:cNvPr>
          <p:cNvGrpSpPr/>
          <p:nvPr/>
        </p:nvGrpSpPr>
        <p:grpSpPr>
          <a:xfrm>
            <a:off x="1040027" y="2534318"/>
            <a:ext cx="4765719" cy="352884"/>
            <a:chOff x="1040027" y="2534318"/>
            <a:chExt cx="4765719" cy="352884"/>
          </a:xfrm>
        </p:grpSpPr>
        <p:sp>
          <p:nvSpPr>
            <p:cNvPr id="66" name="Content Placeholder 8">
              <a:extLst>
                <a:ext uri="{FF2B5EF4-FFF2-40B4-BE49-F238E27FC236}">
                  <a16:creationId xmlns:a16="http://schemas.microsoft.com/office/drawing/2014/main" id="{60A30250-0BDD-F3E4-E7A4-A9FB96D5A96E}"/>
                </a:ext>
              </a:extLst>
            </p:cNvPr>
            <p:cNvSpPr txBox="1">
              <a:spLocks/>
            </p:cNvSpPr>
            <p:nvPr/>
          </p:nvSpPr>
          <p:spPr>
            <a:xfrm>
              <a:off x="1276188" y="2534318"/>
              <a:ext cx="4529558" cy="35288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noProof="0" dirty="0"/>
                <a:t>Further parallelism:</a:t>
              </a:r>
            </a:p>
          </p:txBody>
        </p:sp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AF631255-F1D2-2AF0-97BF-22E85C9A1F9A}"/>
                </a:ext>
              </a:extLst>
            </p:cNvPr>
            <p:cNvSpPr/>
            <p:nvPr/>
          </p:nvSpPr>
          <p:spPr>
            <a:xfrm>
              <a:off x="1040027" y="2643320"/>
              <a:ext cx="117838" cy="1178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06752A7-7453-CAC1-69B6-AECAA2D5F23E}"/>
              </a:ext>
            </a:extLst>
          </p:cNvPr>
          <p:cNvGrpSpPr/>
          <p:nvPr/>
        </p:nvGrpSpPr>
        <p:grpSpPr>
          <a:xfrm>
            <a:off x="1040027" y="4956667"/>
            <a:ext cx="4206344" cy="400110"/>
            <a:chOff x="1040027" y="4956667"/>
            <a:chExt cx="4206344" cy="40011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1511888-D229-3A09-AC63-D4C3A5E1F821}"/>
                </a:ext>
              </a:extLst>
            </p:cNvPr>
            <p:cNvSpPr txBox="1"/>
            <p:nvPr/>
          </p:nvSpPr>
          <p:spPr>
            <a:xfrm>
              <a:off x="1276188" y="4956667"/>
              <a:ext cx="39701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102C53"/>
                  </a:solidFill>
                  <a:latin typeface="Ubuntu Sans"/>
                </a:rPr>
                <a:t>Online hyperparameters tuning</a:t>
              </a:r>
            </a:p>
          </p:txBody>
        </p:sp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278568D3-85CF-CBA8-AF8F-F2C85BF0C0B9}"/>
                </a:ext>
              </a:extLst>
            </p:cNvPr>
            <p:cNvSpPr/>
            <p:nvPr/>
          </p:nvSpPr>
          <p:spPr>
            <a:xfrm>
              <a:off x="1040027" y="5099502"/>
              <a:ext cx="117838" cy="1178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49" name="Ovale 48">
            <a:extLst>
              <a:ext uri="{FF2B5EF4-FFF2-40B4-BE49-F238E27FC236}">
                <a16:creationId xmlns:a16="http://schemas.microsoft.com/office/drawing/2014/main" id="{C24F9C5B-1526-B069-FE0D-8332A9454339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12FE52EB-D934-10C3-5996-95F297A23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51" name="Ovale 50">
            <a:extLst>
              <a:ext uri="{FF2B5EF4-FFF2-40B4-BE49-F238E27FC236}">
                <a16:creationId xmlns:a16="http://schemas.microsoft.com/office/drawing/2014/main" id="{2682592E-531B-5E9C-1DA0-6C2D91D30D53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DB39279C-4906-9C63-AC5C-6CDF18FA4D49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3" name="Triangolo rettangolo 2">
            <a:extLst>
              <a:ext uri="{FF2B5EF4-FFF2-40B4-BE49-F238E27FC236}">
                <a16:creationId xmlns:a16="http://schemas.microsoft.com/office/drawing/2014/main" id="{7E7B9F3C-0E00-2BC8-1D29-B300AC0418EC}"/>
              </a:ext>
            </a:extLst>
          </p:cNvPr>
          <p:cNvSpPr/>
          <p:nvPr/>
        </p:nvSpPr>
        <p:spPr>
          <a:xfrm>
            <a:off x="90231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" name="Triangolo rettangolo 2">
            <a:extLst>
              <a:ext uri="{FF2B5EF4-FFF2-40B4-BE49-F238E27FC236}">
                <a16:creationId xmlns:a16="http://schemas.microsoft.com/office/drawing/2014/main" id="{BEF29822-9894-17AF-6162-E638FD9B87C4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Rettangolo 5">
            <a:extLst>
              <a:ext uri="{FF2B5EF4-FFF2-40B4-BE49-F238E27FC236}">
                <a16:creationId xmlns:a16="http://schemas.microsoft.com/office/drawing/2014/main" id="{CC766D67-FC93-D34F-8F4F-9DC729B911AD}"/>
              </a:ext>
            </a:extLst>
          </p:cNvPr>
          <p:cNvSpPr/>
          <p:nvPr/>
        </p:nvSpPr>
        <p:spPr>
          <a:xfrm rot="10590317">
            <a:off x="653080" y="6415847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17372E84-664C-1A97-45D7-54B8107FEE27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sp>
        <p:nvSpPr>
          <p:cNvPr id="57" name="Triangolo rettangolo 2">
            <a:extLst>
              <a:ext uri="{FF2B5EF4-FFF2-40B4-BE49-F238E27FC236}">
                <a16:creationId xmlns:a16="http://schemas.microsoft.com/office/drawing/2014/main" id="{2C57CB73-0176-4814-070B-DBA0F9490190}"/>
              </a:ext>
            </a:extLst>
          </p:cNvPr>
          <p:cNvSpPr/>
          <p:nvPr/>
        </p:nvSpPr>
        <p:spPr>
          <a:xfrm rot="5400000">
            <a:off x="515714" y="6352132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Rettangolo 5">
            <a:extLst>
              <a:ext uri="{FF2B5EF4-FFF2-40B4-BE49-F238E27FC236}">
                <a16:creationId xmlns:a16="http://schemas.microsoft.com/office/drawing/2014/main" id="{508B7422-88C3-E5E3-5E3F-14B911E81D93}"/>
              </a:ext>
            </a:extLst>
          </p:cNvPr>
          <p:cNvSpPr/>
          <p:nvPr/>
        </p:nvSpPr>
        <p:spPr>
          <a:xfrm rot="16200000">
            <a:off x="542286" y="6049468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Triangolo rettangolo 2">
            <a:extLst>
              <a:ext uri="{FF2B5EF4-FFF2-40B4-BE49-F238E27FC236}">
                <a16:creationId xmlns:a16="http://schemas.microsoft.com/office/drawing/2014/main" id="{4A1AF7EA-2A83-2E82-471E-F2244B6E0EFA}"/>
              </a:ext>
            </a:extLst>
          </p:cNvPr>
          <p:cNvSpPr/>
          <p:nvPr/>
        </p:nvSpPr>
        <p:spPr>
          <a:xfrm rot="5400000">
            <a:off x="618314" y="5920671"/>
            <a:ext cx="268224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039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4" grpId="0"/>
      <p:bldP spid="5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D31416-FC46-5B95-DFC4-7B0582A5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97347A98-62E3-D57D-D342-D2449B0B1E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pic>
        <p:nvPicPr>
          <p:cNvPr id="62" name="!!Logo polimi">
            <a:extLst>
              <a:ext uri="{FF2B5EF4-FFF2-40B4-BE49-F238E27FC236}">
                <a16:creationId xmlns:a16="http://schemas.microsoft.com/office/drawing/2014/main" id="{1A9ACCA4-A9BE-E574-2DF1-D13881242C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F5AC1819-9540-4A29-AB17-61252211D288}"/>
              </a:ext>
            </a:extLst>
          </p:cNvPr>
          <p:cNvSpPr>
            <a:spLocks/>
          </p:cNvSpPr>
          <p:nvPr/>
        </p:nvSpPr>
        <p:spPr>
          <a:xfrm>
            <a:off x="638861" y="1366677"/>
            <a:ext cx="10900861" cy="4543548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C53"/>
              </a:solidFill>
              <a:effectLst/>
              <a:uLnTx/>
              <a:uFillTx/>
              <a:latin typeface="Ubuntu Sans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B6F1E-0080-575E-070F-1E8404571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EF861F8-5690-F754-ED34-873A6DA455A3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73430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conclusions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4EB3269-9E5E-5D05-E235-500E65E24525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F29D1E3D-BB7B-C33D-4302-FDA1D0CE31D2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8C0CA084-975C-A16F-ACBB-F3B38725A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F40B6DE5-8503-5B15-5DF1-31B44571DCF8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48559A3-7704-3D9C-B6D5-4723A1073CE4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5" name="Triangolo rettangolo 2">
            <a:extLst>
              <a:ext uri="{FF2B5EF4-FFF2-40B4-BE49-F238E27FC236}">
                <a16:creationId xmlns:a16="http://schemas.microsoft.com/office/drawing/2014/main" id="{A5FEDB20-C636-FBF8-47E7-02DF5DA8FC25}"/>
              </a:ext>
            </a:extLst>
          </p:cNvPr>
          <p:cNvSpPr/>
          <p:nvPr/>
        </p:nvSpPr>
        <p:spPr>
          <a:xfrm>
            <a:off x="90231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riangolo rettangolo 2">
            <a:extLst>
              <a:ext uri="{FF2B5EF4-FFF2-40B4-BE49-F238E27FC236}">
                <a16:creationId xmlns:a16="http://schemas.microsoft.com/office/drawing/2014/main" id="{8EA019A4-2E25-A03C-0804-DA95808BCA88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ttangolo 5">
            <a:extLst>
              <a:ext uri="{FF2B5EF4-FFF2-40B4-BE49-F238E27FC236}">
                <a16:creationId xmlns:a16="http://schemas.microsoft.com/office/drawing/2014/main" id="{E2D830A2-5A5F-5514-C520-AA835F5552DA}"/>
              </a:ext>
            </a:extLst>
          </p:cNvPr>
          <p:cNvSpPr/>
          <p:nvPr/>
        </p:nvSpPr>
        <p:spPr>
          <a:xfrm rot="10590317">
            <a:off x="653080" y="6415847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AAF6760-9C7B-B2AB-8AE1-69EDF6631395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sp>
        <p:nvSpPr>
          <p:cNvPr id="4" name="Triangolo rettangolo 2">
            <a:extLst>
              <a:ext uri="{FF2B5EF4-FFF2-40B4-BE49-F238E27FC236}">
                <a16:creationId xmlns:a16="http://schemas.microsoft.com/office/drawing/2014/main" id="{9CFB89B1-9D59-CBD6-4E27-0405C772D071}"/>
              </a:ext>
            </a:extLst>
          </p:cNvPr>
          <p:cNvSpPr/>
          <p:nvPr/>
        </p:nvSpPr>
        <p:spPr>
          <a:xfrm rot="5400000">
            <a:off x="515714" y="6352132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ttangolo 5">
            <a:extLst>
              <a:ext uri="{FF2B5EF4-FFF2-40B4-BE49-F238E27FC236}">
                <a16:creationId xmlns:a16="http://schemas.microsoft.com/office/drawing/2014/main" id="{AC54C75E-F0D7-5505-2763-F2DA0A0121EA}"/>
              </a:ext>
            </a:extLst>
          </p:cNvPr>
          <p:cNvSpPr/>
          <p:nvPr/>
        </p:nvSpPr>
        <p:spPr>
          <a:xfrm rot="16200000">
            <a:off x="542286" y="6049468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riangolo rettangolo 2">
            <a:extLst>
              <a:ext uri="{FF2B5EF4-FFF2-40B4-BE49-F238E27FC236}">
                <a16:creationId xmlns:a16="http://schemas.microsoft.com/office/drawing/2014/main" id="{3B15B67F-5E54-701C-3A9D-E07178FE6AEE}"/>
              </a:ext>
            </a:extLst>
          </p:cNvPr>
          <p:cNvSpPr/>
          <p:nvPr/>
        </p:nvSpPr>
        <p:spPr>
          <a:xfrm rot="5400000">
            <a:off x="593470" y="5908858"/>
            <a:ext cx="311228" cy="365426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" name="Connettore dritto 5">
            <a:extLst>
              <a:ext uri="{FF2B5EF4-FFF2-40B4-BE49-F238E27FC236}">
                <a16:creationId xmlns:a16="http://schemas.microsoft.com/office/drawing/2014/main" id="{D9733B9E-0339-FB05-CF7E-2121F800C0CA}"/>
              </a:ext>
            </a:extLst>
          </p:cNvPr>
          <p:cNvCxnSpPr>
            <a:cxnSpLocks/>
          </p:cNvCxnSpPr>
          <p:nvPr/>
        </p:nvCxnSpPr>
        <p:spPr>
          <a:xfrm>
            <a:off x="5692590" y="1993900"/>
            <a:ext cx="0" cy="3606460"/>
          </a:xfrm>
          <a:prstGeom prst="line">
            <a:avLst/>
          </a:prstGeom>
          <a:ln w="28575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Google Shape;125;p16">
            <a:extLst>
              <a:ext uri="{FF2B5EF4-FFF2-40B4-BE49-F238E27FC236}">
                <a16:creationId xmlns:a16="http://schemas.microsoft.com/office/drawing/2014/main" id="{24BD4C87-3C7E-1B35-BF24-936FA91475CA}"/>
              </a:ext>
            </a:extLst>
          </p:cNvPr>
          <p:cNvSpPr txBox="1"/>
          <p:nvPr/>
        </p:nvSpPr>
        <p:spPr>
          <a:xfrm>
            <a:off x="6104730" y="1706413"/>
            <a:ext cx="28669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noProof="0" dirty="0">
                <a:latin typeface="Ubuntu Sans" pitchFamily="2" charset="0"/>
                <a:ea typeface="Poppins"/>
                <a:cs typeface="Poppins"/>
                <a:sym typeface="Poppins"/>
              </a:rPr>
              <a:t>CONCLUSIONS</a:t>
            </a:r>
            <a:endParaRPr lang="en-US" sz="3200" b="1" noProof="0" dirty="0">
              <a:latin typeface="Ubuntu Sans" pitchFamily="2" charset="0"/>
            </a:endParaRPr>
          </a:p>
        </p:txBody>
      </p: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E48C939A-B52C-FA09-38E9-5DA53FC18719}"/>
              </a:ext>
            </a:extLst>
          </p:cNvPr>
          <p:cNvGrpSpPr/>
          <p:nvPr/>
        </p:nvGrpSpPr>
        <p:grpSpPr>
          <a:xfrm>
            <a:off x="6171228" y="2463348"/>
            <a:ext cx="4421856" cy="690609"/>
            <a:chOff x="6171228" y="2463348"/>
            <a:chExt cx="4421856" cy="690609"/>
          </a:xfrm>
        </p:grpSpPr>
        <p:pic>
          <p:nvPicPr>
            <p:cNvPr id="31" name="Graphic 30" descr="Puzzle pieces with solid fill">
              <a:extLst>
                <a:ext uri="{FF2B5EF4-FFF2-40B4-BE49-F238E27FC236}">
                  <a16:creationId xmlns:a16="http://schemas.microsoft.com/office/drawing/2014/main" id="{41A7897B-1B1E-E037-4FA8-67A04BE10E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71228" y="2463348"/>
              <a:ext cx="690609" cy="690609"/>
            </a:xfrm>
            <a:prstGeom prst="rect">
              <a:avLst/>
            </a:prstGeom>
          </p:spPr>
        </p:pic>
        <p:sp>
          <p:nvSpPr>
            <p:cNvPr id="39" name="Content Placeholder 8">
              <a:extLst>
                <a:ext uri="{FF2B5EF4-FFF2-40B4-BE49-F238E27FC236}">
                  <a16:creationId xmlns:a16="http://schemas.microsoft.com/office/drawing/2014/main" id="{845577A2-4CE5-4B57-A99D-A881D0619EBD}"/>
                </a:ext>
              </a:extLst>
            </p:cNvPr>
            <p:cNvSpPr txBox="1">
              <a:spLocks/>
            </p:cNvSpPr>
            <p:nvPr/>
          </p:nvSpPr>
          <p:spPr>
            <a:xfrm>
              <a:off x="7058223" y="2534317"/>
              <a:ext cx="3534861" cy="61963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000" dirty="0"/>
                <a:t>Modular architecture for distributed streaming ML</a:t>
              </a:r>
              <a:endParaRPr lang="en-US" sz="2000" noProof="0" dirty="0"/>
            </a:p>
          </p:txBody>
        </p:sp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D13DB1BD-BD48-2952-6C56-3D0CFE053687}"/>
              </a:ext>
            </a:extLst>
          </p:cNvPr>
          <p:cNvGrpSpPr/>
          <p:nvPr/>
        </p:nvGrpSpPr>
        <p:grpSpPr>
          <a:xfrm>
            <a:off x="6144533" y="3544809"/>
            <a:ext cx="4749246" cy="744000"/>
            <a:chOff x="6144532" y="3544809"/>
            <a:chExt cx="5443721" cy="744000"/>
          </a:xfrm>
        </p:grpSpPr>
        <p:pic>
          <p:nvPicPr>
            <p:cNvPr id="29" name="Graphic 28" descr="Race Car with solid fill">
              <a:extLst>
                <a:ext uri="{FF2B5EF4-FFF2-40B4-BE49-F238E27FC236}">
                  <a16:creationId xmlns:a16="http://schemas.microsoft.com/office/drawing/2014/main" id="{BDBE83D6-6D5D-3EF7-EAD7-6F17A2D849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44532" y="3544809"/>
              <a:ext cx="744000" cy="744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8">
                  <a:extLst>
                    <a:ext uri="{FF2B5EF4-FFF2-40B4-BE49-F238E27FC236}">
                      <a16:creationId xmlns:a16="http://schemas.microsoft.com/office/drawing/2014/main" id="{0BF065B1-E6C0-61D1-00A1-D055466FEBB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058223" y="3606990"/>
                  <a:ext cx="4530030" cy="61963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lnSpc>
                      <a:spcPct val="100000"/>
                    </a:lnSpc>
                    <a:spcBef>
                      <a:spcPts val="0"/>
                    </a:spcBef>
                    <a:buNone/>
                    <a:defRPr/>
                  </a:pPr>
                  <a:r>
                    <a:rPr lang="en-US" sz="2000" noProof="0" dirty="0">
                      <a:solidFill>
                        <a:srgbClr val="102C53"/>
                      </a:solidFill>
                      <a:latin typeface="Ubuntu Sans"/>
                    </a:rPr>
                    <a:t>Up to </a:t>
                  </a:r>
                  <a14:m>
                    <m:oMath xmlns:m="http://schemas.openxmlformats.org/officeDocument/2006/math">
                      <m:r>
                        <a:rPr lang="en-US" sz="2000" i="1" noProof="0" smtClean="0">
                          <a:solidFill>
                            <a:srgbClr val="102C53"/>
                          </a:solidFill>
                          <a:latin typeface="Cambria Math" panose="02040503050406030204" pitchFamily="18" charset="0"/>
                        </a:rPr>
                        <m:t>35×</m:t>
                      </m:r>
                    </m:oMath>
                  </a14:m>
                  <a:r>
                    <a:rPr lang="en-US" sz="2000" noProof="0" dirty="0">
                      <a:solidFill>
                        <a:srgbClr val="102C53"/>
                      </a:solidFill>
                      <a:latin typeface="Ubuntu Sans"/>
                    </a:rPr>
                    <a:t> speedup over the state-of-the-art</a:t>
                  </a:r>
                </a:p>
              </p:txBody>
            </p:sp>
          </mc:Choice>
          <mc:Fallback xmlns="">
            <p:sp>
              <p:nvSpPr>
                <p:cNvPr id="40" name="Content Placeholder 8">
                  <a:extLst>
                    <a:ext uri="{FF2B5EF4-FFF2-40B4-BE49-F238E27FC236}">
                      <a16:creationId xmlns:a16="http://schemas.microsoft.com/office/drawing/2014/main" id="{0BF065B1-E6C0-61D1-00A1-D055466FE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223" y="3606990"/>
                  <a:ext cx="4530030" cy="619639"/>
                </a:xfrm>
                <a:prstGeom prst="rect">
                  <a:avLst/>
                </a:prstGeom>
                <a:blipFill>
                  <a:blip r:embed="rId8"/>
                  <a:stretch>
                    <a:fillRect l="-1698" t="-5941" b="-3168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87E8BA6A-A629-7AB6-C19F-366B53DE1BE4}"/>
              </a:ext>
            </a:extLst>
          </p:cNvPr>
          <p:cNvGrpSpPr/>
          <p:nvPr/>
        </p:nvGrpSpPr>
        <p:grpSpPr>
          <a:xfrm>
            <a:off x="6158414" y="4696202"/>
            <a:ext cx="3695701" cy="619639"/>
            <a:chOff x="6158414" y="4696202"/>
            <a:chExt cx="3695701" cy="619639"/>
          </a:xfrm>
        </p:grpSpPr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0C4B01FA-7FB0-7402-6209-6BA376A39EE8}"/>
                </a:ext>
              </a:extLst>
            </p:cNvPr>
            <p:cNvGrpSpPr/>
            <p:nvPr/>
          </p:nvGrpSpPr>
          <p:grpSpPr>
            <a:xfrm>
              <a:off x="6158414" y="4841024"/>
              <a:ext cx="716237" cy="394020"/>
              <a:chOff x="6601393" y="4413111"/>
              <a:chExt cx="716237" cy="394020"/>
            </a:xfrm>
          </p:grpSpPr>
          <p:sp>
            <p:nvSpPr>
              <p:cNvPr id="35" name="Rettangolo 34">
                <a:extLst>
                  <a:ext uri="{FF2B5EF4-FFF2-40B4-BE49-F238E27FC236}">
                    <a16:creationId xmlns:a16="http://schemas.microsoft.com/office/drawing/2014/main" id="{40E34A0F-3A1A-5ABE-6BFD-99F94EE85968}"/>
                  </a:ext>
                </a:extLst>
              </p:cNvPr>
              <p:cNvSpPr/>
              <p:nvPr/>
            </p:nvSpPr>
            <p:spPr>
              <a:xfrm>
                <a:off x="6601393" y="4615543"/>
                <a:ext cx="191588" cy="19158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FD937F54-B850-C40E-74AC-19F4710D2D80}"/>
                  </a:ext>
                </a:extLst>
              </p:cNvPr>
              <p:cNvSpPr/>
              <p:nvPr/>
            </p:nvSpPr>
            <p:spPr>
              <a:xfrm>
                <a:off x="6923610" y="4413111"/>
                <a:ext cx="394020" cy="3940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1" name="Content Placeholder 8">
              <a:extLst>
                <a:ext uri="{FF2B5EF4-FFF2-40B4-BE49-F238E27FC236}">
                  <a16:creationId xmlns:a16="http://schemas.microsoft.com/office/drawing/2014/main" id="{B6F05CB7-81EA-AE7C-7FA4-181EB4872B95}"/>
                </a:ext>
              </a:extLst>
            </p:cNvPr>
            <p:cNvSpPr txBox="1">
              <a:spLocks/>
            </p:cNvSpPr>
            <p:nvPr/>
          </p:nvSpPr>
          <p:spPr>
            <a:xfrm>
              <a:off x="7058223" y="4696202"/>
              <a:ext cx="2795892" cy="61963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lnSpc>
                  <a:spcPct val="100000"/>
                </a:lnSpc>
                <a:spcBef>
                  <a:spcPts val="0"/>
                </a:spcBef>
                <a:buNone/>
                <a:defRPr/>
              </a:pPr>
              <a:r>
                <a:rPr lang="en-GB" sz="2000" dirty="0"/>
                <a:t>Highly efficient horizontal scalability</a:t>
              </a:r>
              <a:endParaRPr lang="en-US" sz="2000" noProof="0" dirty="0">
                <a:solidFill>
                  <a:srgbClr val="102C53"/>
                </a:solidFill>
                <a:latin typeface="Ubuntu Sans"/>
              </a:endParaRPr>
            </a:p>
          </p:txBody>
        </p:sp>
      </p:grpSp>
      <p:sp>
        <p:nvSpPr>
          <p:cNvPr id="42" name="Google Shape;125;p16">
            <a:extLst>
              <a:ext uri="{FF2B5EF4-FFF2-40B4-BE49-F238E27FC236}">
                <a16:creationId xmlns:a16="http://schemas.microsoft.com/office/drawing/2014/main" id="{8CE362E7-E5CF-C0CD-99E9-8210251AE99C}"/>
              </a:ext>
            </a:extLst>
          </p:cNvPr>
          <p:cNvSpPr txBox="1"/>
          <p:nvPr/>
        </p:nvSpPr>
        <p:spPr>
          <a:xfrm>
            <a:off x="996340" y="1706413"/>
            <a:ext cx="28669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noProof="0" dirty="0">
                <a:latin typeface="Ubuntu Sans" pitchFamily="2" charset="0"/>
                <a:ea typeface="Poppins"/>
                <a:cs typeface="Poppins"/>
                <a:sym typeface="Poppins"/>
              </a:rPr>
              <a:t>FUTURE WORKS</a:t>
            </a:r>
            <a:endParaRPr lang="en-US" sz="3200" b="1" noProof="0" dirty="0">
              <a:latin typeface="Ubuntu Sans" pitchFamily="2" charset="0"/>
            </a:endParaRP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FCC90B3E-E60D-0E01-4694-E54948E74B52}"/>
              </a:ext>
            </a:extLst>
          </p:cNvPr>
          <p:cNvGrpSpPr/>
          <p:nvPr/>
        </p:nvGrpSpPr>
        <p:grpSpPr>
          <a:xfrm>
            <a:off x="1881242" y="3041718"/>
            <a:ext cx="3290685" cy="677108"/>
            <a:chOff x="1593965" y="2947346"/>
            <a:chExt cx="3290685" cy="677108"/>
          </a:xfrm>
        </p:grpSpPr>
        <p:sp>
          <p:nvSpPr>
            <p:cNvPr id="44" name="TextBox 69">
              <a:extLst>
                <a:ext uri="{FF2B5EF4-FFF2-40B4-BE49-F238E27FC236}">
                  <a16:creationId xmlns:a16="http://schemas.microsoft.com/office/drawing/2014/main" id="{AD7CBB8B-906F-21CB-C9FC-240D7AECA1ED}"/>
                </a:ext>
              </a:extLst>
            </p:cNvPr>
            <p:cNvSpPr txBox="1"/>
            <p:nvPr/>
          </p:nvSpPr>
          <p:spPr>
            <a:xfrm>
              <a:off x="2075339" y="2947346"/>
              <a:ext cx="2809311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Ubuntu Sans" pitchFamily="2" charset="0"/>
                </a:rPr>
                <a:t>Vertical</a:t>
              </a:r>
              <a:endPara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Ubuntu Sans" pitchFamily="2" charset="0"/>
              </a:endParaRPr>
            </a:p>
            <a:p>
              <a:pPr lvl="0">
                <a:defRPr/>
              </a:pPr>
              <a:r>
                <a:rPr lang="en-US" noProof="0" dirty="0">
                  <a:solidFill>
                    <a:srgbClr val="102C53"/>
                  </a:solidFill>
                  <a:latin typeface="Ubuntu Sans"/>
                </a:rPr>
                <a:t>VHT as base learner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02C53"/>
                </a:solidFill>
                <a:effectLst/>
                <a:uLnTx/>
                <a:uFillTx/>
                <a:latin typeface="Ubuntu Sans"/>
                <a:ea typeface="+mn-ea"/>
                <a:cs typeface="+mn-cs"/>
              </a:endParaRPr>
            </a:p>
          </p:txBody>
        </p:sp>
        <p:cxnSp>
          <p:nvCxnSpPr>
            <p:cNvPr id="45" name="Connettore diritto a freccia 44">
              <a:extLst>
                <a:ext uri="{FF2B5EF4-FFF2-40B4-BE49-F238E27FC236}">
                  <a16:creationId xmlns:a16="http://schemas.microsoft.com/office/drawing/2014/main" id="{989EC43D-CC16-BDB5-9E09-A49717DC58FF}"/>
                </a:ext>
              </a:extLst>
            </p:cNvPr>
            <p:cNvCxnSpPr>
              <a:cxnSpLocks/>
            </p:cNvCxnSpPr>
            <p:nvPr/>
          </p:nvCxnSpPr>
          <p:spPr>
            <a:xfrm>
              <a:off x="1593965" y="3002485"/>
              <a:ext cx="0" cy="511272"/>
            </a:xfrm>
            <a:prstGeom prst="straightConnector1">
              <a:avLst/>
            </a:prstGeom>
            <a:ln w="25400">
              <a:headEnd type="triangle" w="lg" len="med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C3D67893-3686-016F-1F3F-1B0C4C97B106}"/>
              </a:ext>
            </a:extLst>
          </p:cNvPr>
          <p:cNvGrpSpPr/>
          <p:nvPr/>
        </p:nvGrpSpPr>
        <p:grpSpPr>
          <a:xfrm>
            <a:off x="1633451" y="3839160"/>
            <a:ext cx="3552331" cy="677108"/>
            <a:chOff x="1332319" y="3744788"/>
            <a:chExt cx="3552331" cy="677108"/>
          </a:xfrm>
        </p:grpSpPr>
        <p:sp>
          <p:nvSpPr>
            <p:cNvPr id="47" name="TextBox 69">
              <a:extLst>
                <a:ext uri="{FF2B5EF4-FFF2-40B4-BE49-F238E27FC236}">
                  <a16:creationId xmlns:a16="http://schemas.microsoft.com/office/drawing/2014/main" id="{A151AC48-4BF5-8262-D017-C63DD7D9092D}"/>
                </a:ext>
              </a:extLst>
            </p:cNvPr>
            <p:cNvSpPr txBox="1"/>
            <p:nvPr/>
          </p:nvSpPr>
          <p:spPr>
            <a:xfrm>
              <a:off x="2075339" y="3744788"/>
              <a:ext cx="2809311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chemeClr val="accent1"/>
                  </a:solidFill>
                  <a:latin typeface="Ubuntu Sans" pitchFamily="2" charset="0"/>
                </a:rPr>
                <a:t>Ho</a:t>
              </a:r>
              <a:r>
                <a:rPr kumimoji="0" lang="en-US" sz="2000" b="1" u="none" strike="noStrike" kern="1200" cap="none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Ubuntu Sans" pitchFamily="2" charset="0"/>
                </a:rPr>
                <a:t>rizontal</a:t>
              </a:r>
              <a:endPara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Ubuntu Sans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noProof="0" dirty="0">
                  <a:solidFill>
                    <a:srgbClr val="102C53"/>
                  </a:solidFill>
                  <a:latin typeface="Ubuntu Sans"/>
                </a:rPr>
                <a:t>Background learner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02C53"/>
                </a:solidFill>
                <a:effectLst/>
                <a:uLnTx/>
                <a:uFillTx/>
                <a:latin typeface="Ubuntu Sans"/>
                <a:ea typeface="+mn-ea"/>
                <a:cs typeface="+mn-cs"/>
              </a:endParaRPr>
            </a:p>
          </p:txBody>
        </p:sp>
        <p:cxnSp>
          <p:nvCxnSpPr>
            <p:cNvPr id="48" name="Connettore diritto a freccia 47">
              <a:extLst>
                <a:ext uri="{FF2B5EF4-FFF2-40B4-BE49-F238E27FC236}">
                  <a16:creationId xmlns:a16="http://schemas.microsoft.com/office/drawing/2014/main" id="{01514A9C-222D-E597-55DD-2DB4E47EF2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87955" y="3799927"/>
              <a:ext cx="0" cy="511272"/>
            </a:xfrm>
            <a:prstGeom prst="straightConnector1">
              <a:avLst/>
            </a:prstGeom>
            <a:ln w="25400">
              <a:headEnd type="triangle" w="lg" len="med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31477D16-C8B3-EFC1-8FD4-04D9F61D2668}"/>
              </a:ext>
            </a:extLst>
          </p:cNvPr>
          <p:cNvGrpSpPr/>
          <p:nvPr/>
        </p:nvGrpSpPr>
        <p:grpSpPr>
          <a:xfrm>
            <a:off x="1040027" y="2534318"/>
            <a:ext cx="4765719" cy="352884"/>
            <a:chOff x="1040027" y="2534318"/>
            <a:chExt cx="4765719" cy="352884"/>
          </a:xfrm>
        </p:grpSpPr>
        <p:sp>
          <p:nvSpPr>
            <p:cNvPr id="50" name="Content Placeholder 8">
              <a:extLst>
                <a:ext uri="{FF2B5EF4-FFF2-40B4-BE49-F238E27FC236}">
                  <a16:creationId xmlns:a16="http://schemas.microsoft.com/office/drawing/2014/main" id="{1EE21181-2A91-A20E-5FC1-0A1B832E3CCC}"/>
                </a:ext>
              </a:extLst>
            </p:cNvPr>
            <p:cNvSpPr txBox="1">
              <a:spLocks/>
            </p:cNvSpPr>
            <p:nvPr/>
          </p:nvSpPr>
          <p:spPr>
            <a:xfrm>
              <a:off x="1276188" y="2534318"/>
              <a:ext cx="4529558" cy="35288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dirty="0"/>
                <a:t>Further parallelism:</a:t>
              </a:r>
            </a:p>
          </p:txBody>
        </p:sp>
        <p:sp>
          <p:nvSpPr>
            <p:cNvPr id="51" name="Ovale 50">
              <a:extLst>
                <a:ext uri="{FF2B5EF4-FFF2-40B4-BE49-F238E27FC236}">
                  <a16:creationId xmlns:a16="http://schemas.microsoft.com/office/drawing/2014/main" id="{FB52FB57-9FA2-BCF4-715E-90BA1FF5B27C}"/>
                </a:ext>
              </a:extLst>
            </p:cNvPr>
            <p:cNvSpPr/>
            <p:nvPr/>
          </p:nvSpPr>
          <p:spPr>
            <a:xfrm>
              <a:off x="1040027" y="2643320"/>
              <a:ext cx="117838" cy="1178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430FD948-482F-9C09-5CD3-4E5098D18EB9}"/>
              </a:ext>
            </a:extLst>
          </p:cNvPr>
          <p:cNvGrpSpPr/>
          <p:nvPr/>
        </p:nvGrpSpPr>
        <p:grpSpPr>
          <a:xfrm>
            <a:off x="1040027" y="4956667"/>
            <a:ext cx="4206344" cy="400110"/>
            <a:chOff x="1040027" y="4956667"/>
            <a:chExt cx="4206344" cy="400110"/>
          </a:xfrm>
        </p:grpSpPr>
        <p:sp>
          <p:nvSpPr>
            <p:cNvPr id="53" name="TextBox 71">
              <a:extLst>
                <a:ext uri="{FF2B5EF4-FFF2-40B4-BE49-F238E27FC236}">
                  <a16:creationId xmlns:a16="http://schemas.microsoft.com/office/drawing/2014/main" id="{3059BE11-B393-8512-F457-D2FC6C834212}"/>
                </a:ext>
              </a:extLst>
            </p:cNvPr>
            <p:cNvSpPr txBox="1"/>
            <p:nvPr/>
          </p:nvSpPr>
          <p:spPr>
            <a:xfrm>
              <a:off x="1276188" y="4956667"/>
              <a:ext cx="39701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102C53"/>
                  </a:solidFill>
                  <a:latin typeface="Ubuntu Sans"/>
                </a:rPr>
                <a:t>Online hyperparameters tuning</a:t>
              </a:r>
            </a:p>
          </p:txBody>
        </p:sp>
        <p:sp>
          <p:nvSpPr>
            <p:cNvPr id="54" name="Ovale 53">
              <a:extLst>
                <a:ext uri="{FF2B5EF4-FFF2-40B4-BE49-F238E27FC236}">
                  <a16:creationId xmlns:a16="http://schemas.microsoft.com/office/drawing/2014/main" id="{F3D1EB0B-44E6-3C93-0B07-19CAC3DB1CF9}"/>
                </a:ext>
              </a:extLst>
            </p:cNvPr>
            <p:cNvSpPr/>
            <p:nvPr/>
          </p:nvSpPr>
          <p:spPr>
            <a:xfrm>
              <a:off x="1040027" y="5099502"/>
              <a:ext cx="117838" cy="1178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0620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62540-33B1-93F2-F97A-F9AEFE74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Logo polimi">
            <a:extLst>
              <a:ext uri="{FF2B5EF4-FFF2-40B4-BE49-F238E27FC236}">
                <a16:creationId xmlns:a16="http://schemas.microsoft.com/office/drawing/2014/main" id="{9E8E2321-E052-B5EC-AD09-F70CEEA0F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949" y="6093610"/>
            <a:ext cx="1813851" cy="578487"/>
          </a:xfrm>
          <a:prstGeom prst="rect">
            <a:avLst/>
          </a:prstGeom>
        </p:spPr>
      </p:pic>
      <p:pic>
        <p:nvPicPr>
          <p:cNvPr id="1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828C4E0B-17F0-2240-F232-997D565351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sp>
        <p:nvSpPr>
          <p:cNvPr id="7" name="Rettangolo 11">
            <a:extLst>
              <a:ext uri="{FF2B5EF4-FFF2-40B4-BE49-F238E27FC236}">
                <a16:creationId xmlns:a16="http://schemas.microsoft.com/office/drawing/2014/main" id="{7C123057-46EA-161A-43F8-E8CE76A96B4B}"/>
              </a:ext>
            </a:extLst>
          </p:cNvPr>
          <p:cNvSpPr/>
          <p:nvPr/>
        </p:nvSpPr>
        <p:spPr>
          <a:xfrm>
            <a:off x="1239992" y="5986268"/>
            <a:ext cx="1364974" cy="789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DD40F34-257B-F3A4-EF89-994FB734B694}"/>
              </a:ext>
            </a:extLst>
          </p:cNvPr>
          <p:cNvSpPr>
            <a:spLocks/>
          </p:cNvSpPr>
          <p:nvPr/>
        </p:nvSpPr>
        <p:spPr>
          <a:xfrm>
            <a:off x="638861" y="1366677"/>
            <a:ext cx="10900861" cy="4543548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02C53"/>
              </a:solidFill>
              <a:effectLst/>
              <a:uLnTx/>
              <a:uFillTx/>
              <a:latin typeface="Ubuntu Sans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3969C-47F3-4A18-6FE6-09716836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20" name="Google Shape;125;p16">
            <a:extLst>
              <a:ext uri="{FF2B5EF4-FFF2-40B4-BE49-F238E27FC236}">
                <a16:creationId xmlns:a16="http://schemas.microsoft.com/office/drawing/2014/main" id="{67DDF9D3-B090-F0AB-5C16-75F27FC4922E}"/>
              </a:ext>
            </a:extLst>
          </p:cNvPr>
          <p:cNvSpPr txBox="1"/>
          <p:nvPr/>
        </p:nvSpPr>
        <p:spPr>
          <a:xfrm>
            <a:off x="6104730" y="1706413"/>
            <a:ext cx="28669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noProof="0" dirty="0">
                <a:latin typeface="Ubuntu Sans" pitchFamily="2" charset="0"/>
                <a:ea typeface="Poppins"/>
                <a:cs typeface="Poppins"/>
                <a:sym typeface="Poppins"/>
              </a:rPr>
              <a:t>CONCLUSIONS</a:t>
            </a:r>
            <a:endParaRPr lang="en-US" sz="3200" b="1" noProof="0" dirty="0">
              <a:latin typeface="Ubuntu Sans" pitchFamily="2" charset="0"/>
            </a:endParaRPr>
          </a:p>
        </p:txBody>
      </p: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2CD71860-B2EC-B3AF-AE1E-7F41BABA6D1B}"/>
              </a:ext>
            </a:extLst>
          </p:cNvPr>
          <p:cNvGrpSpPr/>
          <p:nvPr/>
        </p:nvGrpSpPr>
        <p:grpSpPr>
          <a:xfrm>
            <a:off x="6171228" y="2463348"/>
            <a:ext cx="4421856" cy="690609"/>
            <a:chOff x="6171228" y="2463348"/>
            <a:chExt cx="4421856" cy="690609"/>
          </a:xfrm>
        </p:grpSpPr>
        <p:pic>
          <p:nvPicPr>
            <p:cNvPr id="31" name="Graphic 30" descr="Puzzle pieces with solid fill">
              <a:extLst>
                <a:ext uri="{FF2B5EF4-FFF2-40B4-BE49-F238E27FC236}">
                  <a16:creationId xmlns:a16="http://schemas.microsoft.com/office/drawing/2014/main" id="{6F8A123D-D8B0-8CF8-668B-D55FA8B786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71228" y="2463348"/>
              <a:ext cx="690609" cy="690609"/>
            </a:xfrm>
            <a:prstGeom prst="rect">
              <a:avLst/>
            </a:prstGeom>
          </p:spPr>
        </p:pic>
        <p:sp>
          <p:nvSpPr>
            <p:cNvPr id="39" name="Content Placeholder 8">
              <a:extLst>
                <a:ext uri="{FF2B5EF4-FFF2-40B4-BE49-F238E27FC236}">
                  <a16:creationId xmlns:a16="http://schemas.microsoft.com/office/drawing/2014/main" id="{1F8346F3-D9E7-BC0E-D8FB-F07558131F1D}"/>
                </a:ext>
              </a:extLst>
            </p:cNvPr>
            <p:cNvSpPr txBox="1">
              <a:spLocks/>
            </p:cNvSpPr>
            <p:nvPr/>
          </p:nvSpPr>
          <p:spPr>
            <a:xfrm>
              <a:off x="7058223" y="2534317"/>
              <a:ext cx="3534861" cy="61963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2000" dirty="0"/>
                <a:t>Modular architecture for distributed streaming ML</a:t>
              </a:r>
              <a:endParaRPr lang="en-US" sz="2000" noProof="0" dirty="0"/>
            </a:p>
          </p:txBody>
        </p:sp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5656E468-39D0-DAC2-BFA1-040A1ED3CC80}"/>
              </a:ext>
            </a:extLst>
          </p:cNvPr>
          <p:cNvGrpSpPr/>
          <p:nvPr/>
        </p:nvGrpSpPr>
        <p:grpSpPr>
          <a:xfrm>
            <a:off x="6144533" y="3544809"/>
            <a:ext cx="4749246" cy="744000"/>
            <a:chOff x="6144532" y="3544809"/>
            <a:chExt cx="5443721" cy="744000"/>
          </a:xfrm>
        </p:grpSpPr>
        <p:pic>
          <p:nvPicPr>
            <p:cNvPr id="29" name="Graphic 28" descr="Race Car with solid fill">
              <a:extLst>
                <a:ext uri="{FF2B5EF4-FFF2-40B4-BE49-F238E27FC236}">
                  <a16:creationId xmlns:a16="http://schemas.microsoft.com/office/drawing/2014/main" id="{302EB42A-E332-7E78-5F0D-3DA26B87E8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44532" y="3544809"/>
              <a:ext cx="744000" cy="744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ontent Placeholder 8">
                  <a:extLst>
                    <a:ext uri="{FF2B5EF4-FFF2-40B4-BE49-F238E27FC236}">
                      <a16:creationId xmlns:a16="http://schemas.microsoft.com/office/drawing/2014/main" id="{858717E7-F9C6-768F-5AC6-8A70E261C1B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058223" y="3606990"/>
                  <a:ext cx="4530030" cy="61963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lnSpc>
                      <a:spcPct val="100000"/>
                    </a:lnSpc>
                    <a:spcBef>
                      <a:spcPts val="0"/>
                    </a:spcBef>
                    <a:buNone/>
                    <a:defRPr/>
                  </a:pPr>
                  <a:r>
                    <a:rPr lang="en-US" sz="2000" noProof="0" dirty="0">
                      <a:solidFill>
                        <a:srgbClr val="102C53"/>
                      </a:solidFill>
                      <a:latin typeface="Ubuntu Sans"/>
                    </a:rPr>
                    <a:t>Up to </a:t>
                  </a:r>
                  <a14:m>
                    <m:oMath xmlns:m="http://schemas.openxmlformats.org/officeDocument/2006/math">
                      <m:r>
                        <a:rPr lang="en-US" sz="2000" i="1" noProof="0" smtClean="0">
                          <a:solidFill>
                            <a:srgbClr val="102C53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it-IT" sz="2000" b="0" i="1" noProof="0" smtClean="0">
                          <a:solidFill>
                            <a:srgbClr val="102C53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000" i="1" noProof="0" smtClean="0">
                          <a:solidFill>
                            <a:srgbClr val="102C53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000" noProof="0" dirty="0">
                      <a:solidFill>
                        <a:srgbClr val="102C53"/>
                      </a:solidFill>
                      <a:latin typeface="Ubuntu Sans"/>
                    </a:rPr>
                    <a:t> speedup over the state-of-the-art</a:t>
                  </a:r>
                </a:p>
              </p:txBody>
            </p:sp>
          </mc:Choice>
          <mc:Fallback xmlns="">
            <p:sp>
              <p:nvSpPr>
                <p:cNvPr id="40" name="Content Placeholder 8">
                  <a:extLst>
                    <a:ext uri="{FF2B5EF4-FFF2-40B4-BE49-F238E27FC236}">
                      <a16:creationId xmlns:a16="http://schemas.microsoft.com/office/drawing/2014/main" id="{858717E7-F9C6-768F-5AC6-8A70E261C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223" y="3606990"/>
                  <a:ext cx="4530030" cy="619639"/>
                </a:xfrm>
                <a:prstGeom prst="rect">
                  <a:avLst/>
                </a:prstGeom>
                <a:blipFill>
                  <a:blip r:embed="rId8"/>
                  <a:stretch>
                    <a:fillRect l="-1698" t="-5941" b="-3168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716197CD-5E1B-31BC-98C4-E0E6F17C8C24}"/>
              </a:ext>
            </a:extLst>
          </p:cNvPr>
          <p:cNvGrpSpPr/>
          <p:nvPr/>
        </p:nvGrpSpPr>
        <p:grpSpPr>
          <a:xfrm>
            <a:off x="6158414" y="4696202"/>
            <a:ext cx="3695701" cy="619639"/>
            <a:chOff x="6158414" y="4696202"/>
            <a:chExt cx="3695701" cy="619639"/>
          </a:xfrm>
        </p:grpSpPr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AE638243-6A5C-0AB0-FB2B-E8FBB071D0C2}"/>
                </a:ext>
              </a:extLst>
            </p:cNvPr>
            <p:cNvGrpSpPr/>
            <p:nvPr/>
          </p:nvGrpSpPr>
          <p:grpSpPr>
            <a:xfrm>
              <a:off x="6158414" y="4841024"/>
              <a:ext cx="716237" cy="394020"/>
              <a:chOff x="6601393" y="4413111"/>
              <a:chExt cx="716237" cy="394020"/>
            </a:xfrm>
          </p:grpSpPr>
          <p:sp>
            <p:nvSpPr>
              <p:cNvPr id="35" name="Rettangolo 34">
                <a:extLst>
                  <a:ext uri="{FF2B5EF4-FFF2-40B4-BE49-F238E27FC236}">
                    <a16:creationId xmlns:a16="http://schemas.microsoft.com/office/drawing/2014/main" id="{B063CB1F-CABB-3E27-B7D6-30C91E13B819}"/>
                  </a:ext>
                </a:extLst>
              </p:cNvPr>
              <p:cNvSpPr/>
              <p:nvPr/>
            </p:nvSpPr>
            <p:spPr>
              <a:xfrm>
                <a:off x="6601393" y="4615543"/>
                <a:ext cx="191588" cy="19158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56E554D6-171F-E407-2027-9208EF7418C7}"/>
                  </a:ext>
                </a:extLst>
              </p:cNvPr>
              <p:cNvSpPr/>
              <p:nvPr/>
            </p:nvSpPr>
            <p:spPr>
              <a:xfrm>
                <a:off x="6923610" y="4413111"/>
                <a:ext cx="394020" cy="3940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1" name="Content Placeholder 8">
              <a:extLst>
                <a:ext uri="{FF2B5EF4-FFF2-40B4-BE49-F238E27FC236}">
                  <a16:creationId xmlns:a16="http://schemas.microsoft.com/office/drawing/2014/main" id="{D2A2E15C-5F4C-F404-D73D-661E79053396}"/>
                </a:ext>
              </a:extLst>
            </p:cNvPr>
            <p:cNvSpPr txBox="1">
              <a:spLocks/>
            </p:cNvSpPr>
            <p:nvPr/>
          </p:nvSpPr>
          <p:spPr>
            <a:xfrm>
              <a:off x="7058223" y="4696202"/>
              <a:ext cx="2795892" cy="61963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lnSpc>
                  <a:spcPct val="100000"/>
                </a:lnSpc>
                <a:spcBef>
                  <a:spcPts val="0"/>
                </a:spcBef>
                <a:buNone/>
                <a:defRPr/>
              </a:pPr>
              <a:r>
                <a:rPr lang="en-GB" sz="2000" dirty="0"/>
                <a:t>Highly efficient horizontal scalability</a:t>
              </a:r>
              <a:endParaRPr lang="en-US" sz="2000" noProof="0" dirty="0">
                <a:solidFill>
                  <a:srgbClr val="102C53"/>
                </a:solidFill>
                <a:latin typeface="Ubuntu Sans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FA4678D7-1D76-96B0-A2E8-CB86747A2F54}"/>
              </a:ext>
            </a:extLst>
          </p:cNvPr>
          <p:cNvSpPr txBox="1">
            <a:spLocks/>
          </p:cNvSpPr>
          <p:nvPr/>
        </p:nvSpPr>
        <p:spPr>
          <a:xfrm>
            <a:off x="876299" y="433219"/>
            <a:ext cx="7734301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 dirty="0">
                <a:solidFill>
                  <a:schemeClr val="bg1"/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conclusions</a:t>
            </a:r>
          </a:p>
        </p:txBody>
      </p:sp>
      <p:sp>
        <p:nvSpPr>
          <p:cNvPr id="17" name="Google Shape;125;p16">
            <a:extLst>
              <a:ext uri="{FF2B5EF4-FFF2-40B4-BE49-F238E27FC236}">
                <a16:creationId xmlns:a16="http://schemas.microsoft.com/office/drawing/2014/main" id="{11B9364D-683A-7FE5-6417-C50BD22B7437}"/>
              </a:ext>
            </a:extLst>
          </p:cNvPr>
          <p:cNvSpPr txBox="1"/>
          <p:nvPr/>
        </p:nvSpPr>
        <p:spPr>
          <a:xfrm>
            <a:off x="996340" y="1706413"/>
            <a:ext cx="28669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cap="none" noProof="0" dirty="0">
                <a:latin typeface="Ubuntu Sans" pitchFamily="2" charset="0"/>
                <a:ea typeface="Poppins"/>
                <a:cs typeface="Poppins"/>
                <a:sym typeface="Poppins"/>
              </a:rPr>
              <a:t>FUTURE WORKS</a:t>
            </a:r>
            <a:endParaRPr lang="en-US" sz="3200" b="1" noProof="0" dirty="0">
              <a:latin typeface="Ubuntu Sans" pitchFamily="2" charset="0"/>
            </a:endParaRPr>
          </a:p>
        </p:txBody>
      </p:sp>
      <p:grpSp>
        <p:nvGrpSpPr>
          <p:cNvPr id="18" name="Gruppo 20">
            <a:extLst>
              <a:ext uri="{FF2B5EF4-FFF2-40B4-BE49-F238E27FC236}">
                <a16:creationId xmlns:a16="http://schemas.microsoft.com/office/drawing/2014/main" id="{DCA82FDB-7792-C346-8683-8AA5FA4217EE}"/>
              </a:ext>
            </a:extLst>
          </p:cNvPr>
          <p:cNvGrpSpPr/>
          <p:nvPr/>
        </p:nvGrpSpPr>
        <p:grpSpPr>
          <a:xfrm>
            <a:off x="1881242" y="3041718"/>
            <a:ext cx="3290685" cy="677108"/>
            <a:chOff x="1593965" y="2947346"/>
            <a:chExt cx="3290685" cy="67710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584134-625E-0CB1-73CA-968DC11B33C1}"/>
                </a:ext>
              </a:extLst>
            </p:cNvPr>
            <p:cNvSpPr txBox="1"/>
            <p:nvPr/>
          </p:nvSpPr>
          <p:spPr>
            <a:xfrm>
              <a:off x="2075339" y="2947346"/>
              <a:ext cx="2809311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Ubuntu Sans" pitchFamily="2" charset="0"/>
                </a:rPr>
                <a:t>Vertical</a:t>
              </a:r>
              <a:endPara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Ubuntu Sans" pitchFamily="2" charset="0"/>
              </a:endParaRPr>
            </a:p>
            <a:p>
              <a:pPr lvl="0">
                <a:defRPr/>
              </a:pPr>
              <a:r>
                <a:rPr lang="en-US" noProof="0" dirty="0">
                  <a:solidFill>
                    <a:srgbClr val="102C53"/>
                  </a:solidFill>
                  <a:latin typeface="Ubuntu Sans"/>
                </a:rPr>
                <a:t>VHT as base learner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02C53"/>
                </a:solidFill>
                <a:effectLst/>
                <a:uLnTx/>
                <a:uFillTx/>
                <a:latin typeface="Ubuntu Sans"/>
                <a:ea typeface="+mn-ea"/>
                <a:cs typeface="+mn-cs"/>
              </a:endParaRPr>
            </a:p>
          </p:txBody>
        </p:sp>
        <p:cxnSp>
          <p:nvCxnSpPr>
            <p:cNvPr id="21" name="Connettore diritto a freccia 10">
              <a:extLst>
                <a:ext uri="{FF2B5EF4-FFF2-40B4-BE49-F238E27FC236}">
                  <a16:creationId xmlns:a16="http://schemas.microsoft.com/office/drawing/2014/main" id="{42B709FB-D716-CCA1-AA59-4C6554FB456F}"/>
                </a:ext>
              </a:extLst>
            </p:cNvPr>
            <p:cNvCxnSpPr>
              <a:cxnSpLocks/>
            </p:cNvCxnSpPr>
            <p:nvPr/>
          </p:nvCxnSpPr>
          <p:spPr>
            <a:xfrm>
              <a:off x="1593965" y="3002485"/>
              <a:ext cx="0" cy="511272"/>
            </a:xfrm>
            <a:prstGeom prst="straightConnector1">
              <a:avLst/>
            </a:prstGeom>
            <a:ln w="25400">
              <a:headEnd type="triangle" w="lg" len="med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C3D5C980-DA91-EF22-C9DA-9C2F6E7C8F1F}"/>
              </a:ext>
            </a:extLst>
          </p:cNvPr>
          <p:cNvGrpSpPr/>
          <p:nvPr/>
        </p:nvGrpSpPr>
        <p:grpSpPr>
          <a:xfrm>
            <a:off x="1633451" y="3839160"/>
            <a:ext cx="3552331" cy="677108"/>
            <a:chOff x="1332319" y="3744788"/>
            <a:chExt cx="3552331" cy="677108"/>
          </a:xfrm>
        </p:grpSpPr>
        <p:sp>
          <p:nvSpPr>
            <p:cNvPr id="24" name="TextBox 69">
              <a:extLst>
                <a:ext uri="{FF2B5EF4-FFF2-40B4-BE49-F238E27FC236}">
                  <a16:creationId xmlns:a16="http://schemas.microsoft.com/office/drawing/2014/main" id="{098B87B4-E5A7-3442-9601-C4EFDB8D763C}"/>
                </a:ext>
              </a:extLst>
            </p:cNvPr>
            <p:cNvSpPr txBox="1"/>
            <p:nvPr/>
          </p:nvSpPr>
          <p:spPr>
            <a:xfrm>
              <a:off x="2075339" y="3744788"/>
              <a:ext cx="2809311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Ubuntu Sans" pitchFamily="2" charset="0"/>
                </a:rPr>
                <a:t>Horizontal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noProof="0" dirty="0">
                  <a:solidFill>
                    <a:srgbClr val="102C53"/>
                  </a:solidFill>
                  <a:latin typeface="Ubuntu Sans"/>
                </a:rPr>
                <a:t>Background learner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02C53"/>
                </a:solidFill>
                <a:effectLst/>
                <a:uLnTx/>
                <a:uFillTx/>
                <a:latin typeface="Ubuntu Sans"/>
                <a:ea typeface="+mn-ea"/>
                <a:cs typeface="+mn-cs"/>
              </a:endParaRPr>
            </a:p>
          </p:txBody>
        </p:sp>
        <p:cxnSp>
          <p:nvCxnSpPr>
            <p:cNvPr id="27" name="Connettore diritto a freccia 18">
              <a:extLst>
                <a:ext uri="{FF2B5EF4-FFF2-40B4-BE49-F238E27FC236}">
                  <a16:creationId xmlns:a16="http://schemas.microsoft.com/office/drawing/2014/main" id="{617D9F59-833E-48C5-010A-4BB6B21725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87955" y="3799927"/>
              <a:ext cx="0" cy="511272"/>
            </a:xfrm>
            <a:prstGeom prst="straightConnector1">
              <a:avLst/>
            </a:prstGeom>
            <a:ln w="25400">
              <a:headEnd type="triangle" w="lg" len="med"/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o 32">
            <a:extLst>
              <a:ext uri="{FF2B5EF4-FFF2-40B4-BE49-F238E27FC236}">
                <a16:creationId xmlns:a16="http://schemas.microsoft.com/office/drawing/2014/main" id="{FACA6BFC-1687-2277-AD59-6B65F264A740}"/>
              </a:ext>
            </a:extLst>
          </p:cNvPr>
          <p:cNvGrpSpPr/>
          <p:nvPr/>
        </p:nvGrpSpPr>
        <p:grpSpPr>
          <a:xfrm>
            <a:off x="1040027" y="2534318"/>
            <a:ext cx="4765719" cy="352884"/>
            <a:chOff x="1040027" y="2534318"/>
            <a:chExt cx="4765719" cy="352884"/>
          </a:xfrm>
        </p:grpSpPr>
        <p:sp>
          <p:nvSpPr>
            <p:cNvPr id="32" name="Content Placeholder 8">
              <a:extLst>
                <a:ext uri="{FF2B5EF4-FFF2-40B4-BE49-F238E27FC236}">
                  <a16:creationId xmlns:a16="http://schemas.microsoft.com/office/drawing/2014/main" id="{F34B494F-FAA8-B8C2-A273-20D76BB841A8}"/>
                </a:ext>
              </a:extLst>
            </p:cNvPr>
            <p:cNvSpPr txBox="1">
              <a:spLocks/>
            </p:cNvSpPr>
            <p:nvPr/>
          </p:nvSpPr>
          <p:spPr>
            <a:xfrm>
              <a:off x="1276188" y="2534318"/>
              <a:ext cx="4529558" cy="35288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noProof="0" dirty="0"/>
                <a:t>Further parallelism:</a:t>
              </a:r>
            </a:p>
          </p:txBody>
        </p:sp>
        <p:sp>
          <p:nvSpPr>
            <p:cNvPr id="33" name="Ovale 26">
              <a:extLst>
                <a:ext uri="{FF2B5EF4-FFF2-40B4-BE49-F238E27FC236}">
                  <a16:creationId xmlns:a16="http://schemas.microsoft.com/office/drawing/2014/main" id="{09EFBC95-C74C-8AC7-E769-7F5C44E2ED55}"/>
                </a:ext>
              </a:extLst>
            </p:cNvPr>
            <p:cNvSpPr/>
            <p:nvPr/>
          </p:nvSpPr>
          <p:spPr>
            <a:xfrm>
              <a:off x="1040027" y="2643320"/>
              <a:ext cx="117838" cy="1178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5CB439C-5F3B-0266-8880-1D4E6B12A047}"/>
              </a:ext>
            </a:extLst>
          </p:cNvPr>
          <p:cNvGrpSpPr/>
          <p:nvPr/>
        </p:nvGrpSpPr>
        <p:grpSpPr>
          <a:xfrm>
            <a:off x="1040027" y="4956667"/>
            <a:ext cx="4206344" cy="400110"/>
            <a:chOff x="1040027" y="4956667"/>
            <a:chExt cx="4206344" cy="4001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60CA1A2-B460-706D-6FEE-83A8D84A9CA3}"/>
                </a:ext>
              </a:extLst>
            </p:cNvPr>
            <p:cNvSpPr txBox="1"/>
            <p:nvPr/>
          </p:nvSpPr>
          <p:spPr>
            <a:xfrm>
              <a:off x="1276188" y="4956667"/>
              <a:ext cx="39701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000" noProof="0" dirty="0">
                  <a:solidFill>
                    <a:srgbClr val="102C53"/>
                  </a:solidFill>
                  <a:latin typeface="Ubuntu Sans"/>
                </a:rPr>
                <a:t>Online hyperparameters tuning</a:t>
              </a:r>
            </a:p>
          </p:txBody>
        </p:sp>
        <p:sp>
          <p:nvSpPr>
            <p:cNvPr id="58" name="Ovale 29">
              <a:extLst>
                <a:ext uri="{FF2B5EF4-FFF2-40B4-BE49-F238E27FC236}">
                  <a16:creationId xmlns:a16="http://schemas.microsoft.com/office/drawing/2014/main" id="{50311FD4-CEF3-544C-B408-3527E246A61E}"/>
                </a:ext>
              </a:extLst>
            </p:cNvPr>
            <p:cNvSpPr/>
            <p:nvPr/>
          </p:nvSpPr>
          <p:spPr>
            <a:xfrm>
              <a:off x="1040027" y="5099502"/>
              <a:ext cx="117838" cy="11783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9" name="Ovale 48">
            <a:extLst>
              <a:ext uri="{FF2B5EF4-FFF2-40B4-BE49-F238E27FC236}">
                <a16:creationId xmlns:a16="http://schemas.microsoft.com/office/drawing/2014/main" id="{1AB0DF54-BC8E-C655-29EA-50AFF51AA0F1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0" name="Picture 4">
            <a:extLst>
              <a:ext uri="{FF2B5EF4-FFF2-40B4-BE49-F238E27FC236}">
                <a16:creationId xmlns:a16="http://schemas.microsoft.com/office/drawing/2014/main" id="{2AFFE907-949A-FDBB-87D6-4E2A1FAC4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-1418" r="65595"/>
          <a:stretch>
            <a:fillRect/>
          </a:stretch>
        </p:blipFill>
        <p:spPr>
          <a:xfrm>
            <a:off x="615949" y="6085408"/>
            <a:ext cx="624043" cy="586689"/>
          </a:xfrm>
          <a:prstGeom prst="rect">
            <a:avLst/>
          </a:prstGeom>
        </p:spPr>
      </p:pic>
      <p:sp>
        <p:nvSpPr>
          <p:cNvPr id="61" name="Ovale 50">
            <a:extLst>
              <a:ext uri="{FF2B5EF4-FFF2-40B4-BE49-F238E27FC236}">
                <a16:creationId xmlns:a16="http://schemas.microsoft.com/office/drawing/2014/main" id="{2484BAED-205D-F2C1-A605-EA4C9BB815F8}"/>
              </a:ext>
            </a:extLst>
          </p:cNvPr>
          <p:cNvSpPr/>
          <p:nvPr/>
        </p:nvSpPr>
        <p:spPr>
          <a:xfrm>
            <a:off x="672065" y="6141996"/>
            <a:ext cx="480873" cy="479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CasellaDiTesto 51">
            <a:extLst>
              <a:ext uri="{FF2B5EF4-FFF2-40B4-BE49-F238E27FC236}">
                <a16:creationId xmlns:a16="http://schemas.microsoft.com/office/drawing/2014/main" id="{89C78184-7718-2933-07CB-E63E2F4EFCF3}"/>
              </a:ext>
            </a:extLst>
          </p:cNvPr>
          <p:cNvSpPr txBox="1"/>
          <p:nvPr/>
        </p:nvSpPr>
        <p:spPr>
          <a:xfrm>
            <a:off x="1289688" y="6188219"/>
            <a:ext cx="7050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</a:rPr>
              <a:t>Experimental Evaluation and Results</a:t>
            </a:r>
          </a:p>
        </p:txBody>
      </p:sp>
      <p:sp>
        <p:nvSpPr>
          <p:cNvPr id="64" name="Triangolo rettangolo 2">
            <a:extLst>
              <a:ext uri="{FF2B5EF4-FFF2-40B4-BE49-F238E27FC236}">
                <a16:creationId xmlns:a16="http://schemas.microsoft.com/office/drawing/2014/main" id="{AFCC5A04-AE45-BA7D-F254-C4629F248528}"/>
              </a:ext>
            </a:extLst>
          </p:cNvPr>
          <p:cNvSpPr/>
          <p:nvPr/>
        </p:nvSpPr>
        <p:spPr>
          <a:xfrm>
            <a:off x="902317" y="6045747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riangolo rettangolo 2">
            <a:extLst>
              <a:ext uri="{FF2B5EF4-FFF2-40B4-BE49-F238E27FC236}">
                <a16:creationId xmlns:a16="http://schemas.microsoft.com/office/drawing/2014/main" id="{B97A186D-EE7F-4523-3122-568844D52BA4}"/>
              </a:ext>
            </a:extLst>
          </p:cNvPr>
          <p:cNvSpPr/>
          <p:nvPr/>
        </p:nvSpPr>
        <p:spPr>
          <a:xfrm rot="5400000">
            <a:off x="931115" y="6380603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6" name="Rettangolo 5">
            <a:extLst>
              <a:ext uri="{FF2B5EF4-FFF2-40B4-BE49-F238E27FC236}">
                <a16:creationId xmlns:a16="http://schemas.microsoft.com/office/drawing/2014/main" id="{1C523FC9-50EB-B0DD-64E6-46920B49D34E}"/>
              </a:ext>
            </a:extLst>
          </p:cNvPr>
          <p:cNvSpPr/>
          <p:nvPr/>
        </p:nvSpPr>
        <p:spPr>
          <a:xfrm rot="10590317">
            <a:off x="653080" y="6415847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7" name="CasellaDiTesto 55">
            <a:extLst>
              <a:ext uri="{FF2B5EF4-FFF2-40B4-BE49-F238E27FC236}">
                <a16:creationId xmlns:a16="http://schemas.microsoft.com/office/drawing/2014/main" id="{09830341-5AEE-38C7-F70D-F6C227878A78}"/>
              </a:ext>
            </a:extLst>
          </p:cNvPr>
          <p:cNvSpPr txBox="1"/>
          <p:nvPr/>
        </p:nvSpPr>
        <p:spPr>
          <a:xfrm>
            <a:off x="760046" y="6196538"/>
            <a:ext cx="418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bg1">
                    <a:lumMod val="75000"/>
                  </a:schemeClr>
                </a:solidFill>
                <a:latin typeface="Ubuntu Sans Mono SemiBold" panose="020B0309030602030204" pitchFamily="49" charset="0"/>
                <a:ea typeface="+mn-ea"/>
                <a:cs typeface="+mn-cs"/>
              </a:rPr>
              <a:t>3</a:t>
            </a:r>
            <a:endParaRPr lang="en-US" noProof="0" dirty="0"/>
          </a:p>
        </p:txBody>
      </p:sp>
      <p:sp>
        <p:nvSpPr>
          <p:cNvPr id="68" name="Triangolo rettangolo 2">
            <a:extLst>
              <a:ext uri="{FF2B5EF4-FFF2-40B4-BE49-F238E27FC236}">
                <a16:creationId xmlns:a16="http://schemas.microsoft.com/office/drawing/2014/main" id="{F21F2857-BE0A-D37D-18B0-67F62665529D}"/>
              </a:ext>
            </a:extLst>
          </p:cNvPr>
          <p:cNvSpPr/>
          <p:nvPr/>
        </p:nvSpPr>
        <p:spPr>
          <a:xfrm rot="5400000">
            <a:off x="515714" y="6352132"/>
            <a:ext cx="363692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9" name="Rettangolo 5">
            <a:extLst>
              <a:ext uri="{FF2B5EF4-FFF2-40B4-BE49-F238E27FC236}">
                <a16:creationId xmlns:a16="http://schemas.microsoft.com/office/drawing/2014/main" id="{DA89A3AD-7847-0666-8D66-DAD9770E4771}"/>
              </a:ext>
            </a:extLst>
          </p:cNvPr>
          <p:cNvSpPr/>
          <p:nvPr/>
        </p:nvSpPr>
        <p:spPr>
          <a:xfrm rot="16200000">
            <a:off x="542286" y="6049468"/>
            <a:ext cx="268224" cy="352446"/>
          </a:xfrm>
          <a:custGeom>
            <a:avLst/>
            <a:gdLst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29184 w 329184"/>
              <a:gd name="connsiteY2" fmla="*/ 480462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304800 w 329184"/>
              <a:gd name="connsiteY2" fmla="*/ 193950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176784 w 329184"/>
              <a:gd name="connsiteY2" fmla="*/ 78126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329184"/>
              <a:gd name="connsiteY0" fmla="*/ 0 h 480462"/>
              <a:gd name="connsiteX1" fmla="*/ 329184 w 329184"/>
              <a:gd name="connsiteY1" fmla="*/ 0 h 480462"/>
              <a:gd name="connsiteX2" fmla="*/ 237744 w 329184"/>
              <a:gd name="connsiteY2" fmla="*/ 248814 h 480462"/>
              <a:gd name="connsiteX3" fmla="*/ 0 w 329184"/>
              <a:gd name="connsiteY3" fmla="*/ 480462 h 480462"/>
              <a:gd name="connsiteX4" fmla="*/ 0 w 329184"/>
              <a:gd name="connsiteY4" fmla="*/ 0 h 480462"/>
              <a:gd name="connsiteX0" fmla="*/ 0 w 268224"/>
              <a:gd name="connsiteY0" fmla="*/ 0 h 480462"/>
              <a:gd name="connsiteX1" fmla="*/ 268224 w 268224"/>
              <a:gd name="connsiteY1" fmla="*/ 128016 h 480462"/>
              <a:gd name="connsiteX2" fmla="*/ 237744 w 268224"/>
              <a:gd name="connsiteY2" fmla="*/ 248814 h 480462"/>
              <a:gd name="connsiteX3" fmla="*/ 0 w 268224"/>
              <a:gd name="connsiteY3" fmla="*/ 480462 h 480462"/>
              <a:gd name="connsiteX4" fmla="*/ 0 w 268224"/>
              <a:gd name="connsiteY4" fmla="*/ 0 h 480462"/>
              <a:gd name="connsiteX0" fmla="*/ 6096 w 268224"/>
              <a:gd name="connsiteY0" fmla="*/ 24384 h 352446"/>
              <a:gd name="connsiteX1" fmla="*/ 268224 w 268224"/>
              <a:gd name="connsiteY1" fmla="*/ 0 h 352446"/>
              <a:gd name="connsiteX2" fmla="*/ 237744 w 268224"/>
              <a:gd name="connsiteY2" fmla="*/ 120798 h 352446"/>
              <a:gd name="connsiteX3" fmla="*/ 0 w 268224"/>
              <a:gd name="connsiteY3" fmla="*/ 352446 h 352446"/>
              <a:gd name="connsiteX4" fmla="*/ 6096 w 268224"/>
              <a:gd name="connsiteY4" fmla="*/ 24384 h 352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224" h="352446">
                <a:moveTo>
                  <a:pt x="6096" y="24384"/>
                </a:moveTo>
                <a:lnTo>
                  <a:pt x="268224" y="0"/>
                </a:lnTo>
                <a:lnTo>
                  <a:pt x="237744" y="120798"/>
                </a:lnTo>
                <a:lnTo>
                  <a:pt x="0" y="352446"/>
                </a:lnTo>
                <a:lnTo>
                  <a:pt x="6096" y="2438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0" name="Triangolo rettangolo 2">
            <a:extLst>
              <a:ext uri="{FF2B5EF4-FFF2-40B4-BE49-F238E27FC236}">
                <a16:creationId xmlns:a16="http://schemas.microsoft.com/office/drawing/2014/main" id="{98FA78DA-DA3D-9686-4A79-0603EAB60307}"/>
              </a:ext>
            </a:extLst>
          </p:cNvPr>
          <p:cNvSpPr/>
          <p:nvPr/>
        </p:nvSpPr>
        <p:spPr>
          <a:xfrm rot="5400000">
            <a:off x="618314" y="5920671"/>
            <a:ext cx="268224" cy="379034"/>
          </a:xfrm>
          <a:custGeom>
            <a:avLst/>
            <a:gdLst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363692 w 363692"/>
              <a:gd name="connsiteY2" fmla="*/ 379034 h 379034"/>
              <a:gd name="connsiteX3" fmla="*/ 0 w 363692"/>
              <a:gd name="connsiteY3" fmla="*/ 379034 h 379034"/>
              <a:gd name="connsiteX0" fmla="*/ 0 w 363692"/>
              <a:gd name="connsiteY0" fmla="*/ 379034 h 379034"/>
              <a:gd name="connsiteX1" fmla="*/ 0 w 363692"/>
              <a:gd name="connsiteY1" fmla="*/ 0 h 379034"/>
              <a:gd name="connsiteX2" fmla="*/ 282671 w 363692"/>
              <a:gd name="connsiteY2" fmla="*/ 84465 h 379034"/>
              <a:gd name="connsiteX3" fmla="*/ 363692 w 363692"/>
              <a:gd name="connsiteY3" fmla="*/ 379034 h 379034"/>
              <a:gd name="connsiteX4" fmla="*/ 0 w 363692"/>
              <a:gd name="connsiteY4" fmla="*/ 379034 h 37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692" h="379034">
                <a:moveTo>
                  <a:pt x="0" y="379034"/>
                </a:moveTo>
                <a:lnTo>
                  <a:pt x="0" y="0"/>
                </a:lnTo>
                <a:cubicBezTo>
                  <a:pt x="55346" y="57702"/>
                  <a:pt x="227325" y="26763"/>
                  <a:pt x="282671" y="84465"/>
                </a:cubicBezTo>
                <a:lnTo>
                  <a:pt x="363692" y="379034"/>
                </a:lnTo>
                <a:lnTo>
                  <a:pt x="0" y="37903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71" name="Connettore dritto 5">
            <a:extLst>
              <a:ext uri="{FF2B5EF4-FFF2-40B4-BE49-F238E27FC236}">
                <a16:creationId xmlns:a16="http://schemas.microsoft.com/office/drawing/2014/main" id="{602FC209-62FD-8660-F29A-A7A95C1130A7}"/>
              </a:ext>
            </a:extLst>
          </p:cNvPr>
          <p:cNvCxnSpPr>
            <a:cxnSpLocks/>
          </p:cNvCxnSpPr>
          <p:nvPr/>
        </p:nvCxnSpPr>
        <p:spPr>
          <a:xfrm>
            <a:off x="5692590" y="1993900"/>
            <a:ext cx="0" cy="3606460"/>
          </a:xfrm>
          <a:prstGeom prst="line">
            <a:avLst/>
          </a:prstGeom>
          <a:ln w="28575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612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3" grpId="0"/>
      <p:bldP spid="17" grpId="0"/>
      <p:bldP spid="7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1F92-8CCC-B2B1-B55E-1E194577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15" descr="Immagine che contiene schizzo, Line art, clipart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C887309D-EBC2-E142-EDDB-9A2C05E1056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08" y="1385935"/>
            <a:ext cx="9285338" cy="7590395"/>
          </a:xfrm>
          <a:prstGeom prst="rect">
            <a:avLst/>
          </a:prstGeom>
        </p:spPr>
      </p:pic>
      <p:pic>
        <p:nvPicPr>
          <p:cNvPr id="5" name="!!Logo polimi">
            <a:extLst>
              <a:ext uri="{FF2B5EF4-FFF2-40B4-BE49-F238E27FC236}">
                <a16:creationId xmlns:a16="http://schemas.microsoft.com/office/drawing/2014/main" id="{BE535C67-FF9D-A567-0C70-AA6F801913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466" y="397906"/>
            <a:ext cx="4119965" cy="1313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B04A58-5B92-DDBB-F98B-2FF62AE50A84}"/>
              </a:ext>
            </a:extLst>
          </p:cNvPr>
          <p:cNvSpPr txBox="1"/>
          <p:nvPr/>
        </p:nvSpPr>
        <p:spPr>
          <a:xfrm>
            <a:off x="8931751" y="5401806"/>
            <a:ext cx="283885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Antonio Sulfaro (259954)</a:t>
            </a:r>
          </a:p>
          <a:p>
            <a:pPr algn="r"/>
            <a:r>
              <a:rPr lang="en-US" sz="1600" noProof="0" dirty="0">
                <a:solidFill>
                  <a:schemeClr val="bg1">
                    <a:lumMod val="85000"/>
                  </a:schemeClr>
                </a:solidFill>
                <a:latin typeface="Ubuntu Sans" pitchFamily="2" charset="0"/>
              </a:rPr>
              <a:t>Zhi Qiang Shi (252205)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46CA1-6DF7-3E85-C9CC-D8EC8F0F8E69}"/>
              </a:ext>
            </a:extLst>
          </p:cNvPr>
          <p:cNvSpPr txBox="1"/>
          <p:nvPr/>
        </p:nvSpPr>
        <p:spPr>
          <a:xfrm>
            <a:off x="797498" y="5420441"/>
            <a:ext cx="1006722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i="1" noProof="0" dirty="0">
                <a:solidFill>
                  <a:schemeClr val="bg1"/>
                </a:solidFill>
                <a:latin typeface="Ubuntu Sans Medium" pitchFamily="2" charset="0"/>
              </a:rPr>
              <a:t>Advisor: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5CC9F-3BAF-8E8A-0D35-1075F8C2DE45}"/>
              </a:ext>
            </a:extLst>
          </p:cNvPr>
          <p:cNvSpPr txBox="1"/>
          <p:nvPr/>
        </p:nvSpPr>
        <p:spPr>
          <a:xfrm>
            <a:off x="421395" y="5790803"/>
            <a:ext cx="138282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1600" i="1">
                <a:solidFill>
                  <a:schemeClr val="bg1"/>
                </a:solidFill>
                <a:latin typeface="Ubuntu Sans Medium" pitchFamily="2" charset="0"/>
              </a:defRPr>
            </a:lvl1pPr>
          </a:lstStyle>
          <a:p>
            <a:r>
              <a:rPr lang="en-US" noProof="0" dirty="0"/>
              <a:t>Co-advisors: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5EF88-C6AD-52A6-94FF-1705ECA3C363}"/>
              </a:ext>
            </a:extLst>
          </p:cNvPr>
          <p:cNvSpPr txBox="1"/>
          <p:nvPr/>
        </p:nvSpPr>
        <p:spPr>
          <a:xfrm>
            <a:off x="1206910" y="2796118"/>
            <a:ext cx="9778179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4400" b="1" noProof="0" dirty="0">
                <a:solidFill>
                  <a:schemeClr val="bg1"/>
                </a:solidFill>
                <a:latin typeface="Ubuntu Sans Mono" panose="020B0309030602030204" pitchFamily="49" charset="0"/>
              </a:rPr>
              <a:t>Thank you for your attention!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96EC7-818F-755B-E215-1BA78E4220BD}"/>
              </a:ext>
            </a:extLst>
          </p:cNvPr>
          <p:cNvSpPr txBox="1"/>
          <p:nvPr/>
        </p:nvSpPr>
        <p:spPr>
          <a:xfrm>
            <a:off x="7519836" y="633955"/>
            <a:ext cx="424937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MSc in Computer Science and Engineering</a:t>
            </a:r>
            <a:endParaRPr lang="en-US" noProof="0" dirty="0">
              <a:latin typeface="Ubuntu Sans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7748C6-E25F-E9FC-B3AB-80F268BB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4008-45E4-4211-BE70-F94F7759AE0E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474B9D-56B5-FA2C-5486-3832068C82D8}"/>
              </a:ext>
            </a:extLst>
          </p:cNvPr>
          <p:cNvSpPr txBox="1"/>
          <p:nvPr/>
        </p:nvSpPr>
        <p:spPr>
          <a:xfrm>
            <a:off x="1804220" y="5788743"/>
            <a:ext cx="51816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Prof. Gianpaolo Saverio </a:t>
            </a:r>
            <a:r>
              <a:rPr lang="en-US" sz="1600" u="none" strike="noStrike" baseline="0" noProof="0" dirty="0" err="1">
                <a:solidFill>
                  <a:srgbClr val="FFFFFF"/>
                </a:solidFill>
                <a:latin typeface="Ubuntu Sans" pitchFamily="2" charset="0"/>
              </a:rPr>
              <a:t>Cugola</a:t>
            </a:r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, Luca De Martini, </a:t>
            </a:r>
          </a:p>
          <a:p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Dario </a:t>
            </a:r>
            <a:r>
              <a:rPr lang="en-US" sz="1600" u="none" strike="noStrike" baseline="0" noProof="0" dirty="0" err="1">
                <a:solidFill>
                  <a:srgbClr val="FFFFFF"/>
                </a:solidFill>
                <a:latin typeface="Ubuntu Sans" pitchFamily="2" charset="0"/>
              </a:rPr>
              <a:t>d’Abate</a:t>
            </a:r>
            <a:r>
              <a:rPr lang="en-US" sz="1600" u="none" strike="noStrike" baseline="0" noProof="0" dirty="0">
                <a:solidFill>
                  <a:srgbClr val="FFFFFF"/>
                </a:solidFill>
                <a:latin typeface="Ubuntu Sans" pitchFamily="2" charset="0"/>
              </a:rPr>
              <a:t>, Federico Giannini</a:t>
            </a:r>
            <a:r>
              <a:rPr lang="en-US" sz="1600" noProof="0" dirty="0">
                <a:solidFill>
                  <a:srgbClr val="000000"/>
                </a:solidFill>
                <a:latin typeface="Ubuntu Sans" pitchFamily="2" charset="0"/>
                <a:ea typeface="Aptos"/>
                <a:cs typeface="Aptos"/>
              </a:rPr>
              <a:t>​</a:t>
            </a:r>
            <a:endParaRPr lang="en-US" sz="1600" noProof="0" dirty="0">
              <a:latin typeface="Ubuntu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22AF5-66B1-8132-0793-A7899BE3ECA2}"/>
              </a:ext>
            </a:extLst>
          </p:cNvPr>
          <p:cNvSpPr txBox="1"/>
          <p:nvPr/>
        </p:nvSpPr>
        <p:spPr>
          <a:xfrm>
            <a:off x="1804220" y="542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Ubuntu Sans" pitchFamily="2" charset="0"/>
              </a:rPr>
              <a:t>Prof. Alessandro Margara</a:t>
            </a:r>
            <a:endParaRPr lang="en-US" sz="1600" noProof="0" dirty="0">
              <a:latin typeface="Ubuntu Sans" pitchFamily="2" charset="0"/>
            </a:endParaRPr>
          </a:p>
        </p:txBody>
      </p:sp>
      <p:sp>
        <p:nvSpPr>
          <p:cNvPr id="17" name="Rettangolo con angoli arrotondati 16" hidden="1">
            <a:extLst>
              <a:ext uri="{FF2B5EF4-FFF2-40B4-BE49-F238E27FC236}">
                <a16:creationId xmlns:a16="http://schemas.microsoft.com/office/drawing/2014/main" id="{E2D70D12-50EC-708F-6DA5-603ACA8835C0}"/>
              </a:ext>
            </a:extLst>
          </p:cNvPr>
          <p:cNvSpPr/>
          <p:nvPr/>
        </p:nvSpPr>
        <p:spPr>
          <a:xfrm>
            <a:off x="615950" y="5562767"/>
            <a:ext cx="10960100" cy="6592633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0455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4" grpId="0"/>
      <p:bldP spid="1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102C53"/>
      </a:dk1>
      <a:lt1>
        <a:srgbClr val="FFFFFF"/>
      </a:lt1>
      <a:dk2>
        <a:srgbClr val="102C53"/>
      </a:dk2>
      <a:lt2>
        <a:srgbClr val="FFFFFF"/>
      </a:lt2>
      <a:accent1>
        <a:srgbClr val="0BA4FF"/>
      </a:accent1>
      <a:accent2>
        <a:srgbClr val="F1854B"/>
      </a:accent2>
      <a:accent3>
        <a:srgbClr val="F0E2C4"/>
      </a:accent3>
      <a:accent4>
        <a:srgbClr val="A87445"/>
      </a:accent4>
      <a:accent5>
        <a:srgbClr val="D6B291"/>
      </a:accent5>
      <a:accent6>
        <a:srgbClr val="704E2E"/>
      </a:accent6>
      <a:hlink>
        <a:srgbClr val="F2F2F2"/>
      </a:hlink>
      <a:folHlink>
        <a:srgbClr val="C19EB1"/>
      </a:folHlink>
    </a:clrScheme>
    <a:fontScheme name="Custom 2">
      <a:majorFont>
        <a:latin typeface="Garamond"/>
        <a:ea typeface=""/>
        <a:cs typeface=""/>
      </a:majorFont>
      <a:minorFont>
        <a:latin typeface="Ubuntu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1F62A0EA1D4334998F9343DA9566B6E" ma:contentTypeVersion="17" ma:contentTypeDescription="Creare un nuovo documento." ma:contentTypeScope="" ma:versionID="0a31e1d285aa24e07527ef3276fb0f46">
  <xsd:schema xmlns:xsd="http://www.w3.org/2001/XMLSchema" xmlns:xs="http://www.w3.org/2001/XMLSchema" xmlns:p="http://schemas.microsoft.com/office/2006/metadata/properties" xmlns:ns3="92cbe6cb-a870-43b6-99b1-da93bba39a0f" xmlns:ns4="aed98749-5eba-4db8-86af-b80db17ff854" targetNamespace="http://schemas.microsoft.com/office/2006/metadata/properties" ma:root="true" ma:fieldsID="9c804853bf899dd7d98af98651335b8e" ns3:_="" ns4:_="">
    <xsd:import namespace="92cbe6cb-a870-43b6-99b1-da93bba39a0f"/>
    <xsd:import namespace="aed98749-5eba-4db8-86af-b80db17ff8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be6cb-a870-43b6-99b1-da93bba39a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d98749-5eba-4db8-86af-b80db17ff85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2cbe6cb-a870-43b6-99b1-da93bba39a0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0BE0B8-4ED0-425C-B974-D99FC6FD09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cbe6cb-a870-43b6-99b1-da93bba39a0f"/>
    <ds:schemaRef ds:uri="aed98749-5eba-4db8-86af-b80db17ff8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5E9537-E2C9-4D5A-9278-22E5DE3C4019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92cbe6cb-a870-43b6-99b1-da93bba39a0f"/>
    <ds:schemaRef ds:uri="http://schemas.microsoft.com/office/infopath/2007/PartnerControls"/>
    <ds:schemaRef ds:uri="aed98749-5eba-4db8-86af-b80db17ff854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29A3118-7155-44F8-957E-19B760CD26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24443</TotalTime>
  <Words>3565</Words>
  <Application>Microsoft Office PowerPoint</Application>
  <PresentationFormat>Widescreen</PresentationFormat>
  <Paragraphs>506</Paragraphs>
  <Slides>24</Slides>
  <Notes>24</Notes>
  <HiddenSlides>4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Ubuntu Sans Mono SemiBold</vt:lpstr>
      <vt:lpstr>Ubuntu Sans</vt:lpstr>
      <vt:lpstr>Ubuntu Sans Light</vt:lpstr>
      <vt:lpstr>Ubuntu Sans Mono</vt:lpstr>
      <vt:lpstr>Cambria Math</vt:lpstr>
      <vt:lpstr>Arial</vt:lpstr>
      <vt:lpstr>Ubuntu Sans</vt:lpstr>
      <vt:lpstr>Ubuntu Sans Mono Medium</vt:lpstr>
      <vt:lpstr>Inter</vt:lpstr>
      <vt:lpstr>Ubuntu Sans SemiBold</vt:lpstr>
      <vt:lpstr>Garamond</vt:lpstr>
      <vt:lpstr>Ubuntu Sans Medium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Sulfaro</dc:creator>
  <cp:lastModifiedBy>Antonio Sulfaro</cp:lastModifiedBy>
  <cp:revision>17</cp:revision>
  <dcterms:created xsi:type="dcterms:W3CDTF">2026-06-18T11:28:16Z</dcterms:created>
  <dcterms:modified xsi:type="dcterms:W3CDTF">2026-07-20T13:34:25Z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0x01010061F62A0EA1D4334998F9343DA9566B6E</vt:lpwstr>
  </property>
</Properties>
</file>